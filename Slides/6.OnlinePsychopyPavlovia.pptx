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B2ADFD-437A-5041-963F-FE1702C7ABCE}" v="26" dt="2025-08-15T17:24:23.1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7"/>
    <p:restoredTop sz="94752"/>
  </p:normalViewPr>
  <p:slideViewPr>
    <p:cSldViewPr snapToGrid="0">
      <p:cViewPr varScale="1">
        <p:scale>
          <a:sx n="111" d="100"/>
          <a:sy n="111" d="100"/>
        </p:scale>
        <p:origin x="328"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en Emrich" userId="e6abd74e-3da0-4635-b6e2-0dc330156f74" providerId="ADAL" clId="{92B2ADFD-437A-5041-963F-FE1702C7ABCE}"/>
    <pc:docChg chg="undo custSel addSld modSld">
      <pc:chgData name="Stephen Emrich" userId="e6abd74e-3da0-4635-b6e2-0dc330156f74" providerId="ADAL" clId="{92B2ADFD-437A-5041-963F-FE1702C7ABCE}" dt="2025-08-15T17:28:45.670" v="5430" actId="2711"/>
      <pc:docMkLst>
        <pc:docMk/>
      </pc:docMkLst>
      <pc:sldChg chg="addSp modSp mod">
        <pc:chgData name="Stephen Emrich" userId="e6abd74e-3da0-4635-b6e2-0dc330156f74" providerId="ADAL" clId="{92B2ADFD-437A-5041-963F-FE1702C7ABCE}" dt="2025-08-14T17:31:58.073" v="135" actId="1038"/>
        <pc:sldMkLst>
          <pc:docMk/>
          <pc:sldMk cId="3770263352" sldId="263"/>
        </pc:sldMkLst>
        <pc:spChg chg="mod">
          <ac:chgData name="Stephen Emrich" userId="e6abd74e-3da0-4635-b6e2-0dc330156f74" providerId="ADAL" clId="{92B2ADFD-437A-5041-963F-FE1702C7ABCE}" dt="2025-08-14T17:31:51.671" v="129" actId="20577"/>
          <ac:spMkLst>
            <pc:docMk/>
            <pc:sldMk cId="3770263352" sldId="263"/>
            <ac:spMk id="3" creationId="{AD26517E-58DF-A63A-0CF6-330353C36362}"/>
          </ac:spMkLst>
        </pc:spChg>
        <pc:picChg chg="add mod">
          <ac:chgData name="Stephen Emrich" userId="e6abd74e-3da0-4635-b6e2-0dc330156f74" providerId="ADAL" clId="{92B2ADFD-437A-5041-963F-FE1702C7ABCE}" dt="2025-08-14T17:31:58.073" v="135" actId="1038"/>
          <ac:picMkLst>
            <pc:docMk/>
            <pc:sldMk cId="3770263352" sldId="263"/>
            <ac:picMk id="4" creationId="{F488491D-AE29-EBD1-C9CF-0162A68106A0}"/>
          </ac:picMkLst>
        </pc:picChg>
      </pc:sldChg>
      <pc:sldChg chg="addSp modSp new mod">
        <pc:chgData name="Stephen Emrich" userId="e6abd74e-3da0-4635-b6e2-0dc330156f74" providerId="ADAL" clId="{92B2ADFD-437A-5041-963F-FE1702C7ABCE}" dt="2025-08-14T17:34:03.455" v="385" actId="20577"/>
        <pc:sldMkLst>
          <pc:docMk/>
          <pc:sldMk cId="1762926250" sldId="264"/>
        </pc:sldMkLst>
        <pc:spChg chg="mod">
          <ac:chgData name="Stephen Emrich" userId="e6abd74e-3da0-4635-b6e2-0dc330156f74" providerId="ADAL" clId="{92B2ADFD-437A-5041-963F-FE1702C7ABCE}" dt="2025-08-14T17:33:08.242" v="158" actId="20577"/>
          <ac:spMkLst>
            <pc:docMk/>
            <pc:sldMk cId="1762926250" sldId="264"/>
            <ac:spMk id="2" creationId="{FFC9843C-AAC3-7859-2D55-88D2CACC4BB1}"/>
          </ac:spMkLst>
        </pc:spChg>
        <pc:spChg chg="mod">
          <ac:chgData name="Stephen Emrich" userId="e6abd74e-3da0-4635-b6e2-0dc330156f74" providerId="ADAL" clId="{92B2ADFD-437A-5041-963F-FE1702C7ABCE}" dt="2025-08-14T17:34:03.455" v="385" actId="20577"/>
          <ac:spMkLst>
            <pc:docMk/>
            <pc:sldMk cId="1762926250" sldId="264"/>
            <ac:spMk id="3" creationId="{753370B8-43AB-45F0-6764-F1CC23EFF6DC}"/>
          </ac:spMkLst>
        </pc:spChg>
        <pc:picChg chg="add mod">
          <ac:chgData name="Stephen Emrich" userId="e6abd74e-3da0-4635-b6e2-0dc330156f74" providerId="ADAL" clId="{92B2ADFD-437A-5041-963F-FE1702C7ABCE}" dt="2025-08-14T17:33:05.426" v="142" actId="1076"/>
          <ac:picMkLst>
            <pc:docMk/>
            <pc:sldMk cId="1762926250" sldId="264"/>
            <ac:picMk id="4" creationId="{03966807-7418-93F7-5B6B-9D1DA0053B72}"/>
          </ac:picMkLst>
        </pc:picChg>
      </pc:sldChg>
      <pc:sldChg chg="addSp delSp modSp new mod">
        <pc:chgData name="Stephen Emrich" userId="e6abd74e-3da0-4635-b6e2-0dc330156f74" providerId="ADAL" clId="{92B2ADFD-437A-5041-963F-FE1702C7ABCE}" dt="2025-08-14T17:36:41.537" v="734" actId="1076"/>
        <pc:sldMkLst>
          <pc:docMk/>
          <pc:sldMk cId="2954498823" sldId="265"/>
        </pc:sldMkLst>
        <pc:spChg chg="mod">
          <ac:chgData name="Stephen Emrich" userId="e6abd74e-3da0-4635-b6e2-0dc330156f74" providerId="ADAL" clId="{92B2ADFD-437A-5041-963F-FE1702C7ABCE}" dt="2025-08-14T17:34:12.072" v="409" actId="20577"/>
          <ac:spMkLst>
            <pc:docMk/>
            <pc:sldMk cId="2954498823" sldId="265"/>
            <ac:spMk id="2" creationId="{BC4F5474-5F01-D065-0675-157E7A64D38F}"/>
          </ac:spMkLst>
        </pc:spChg>
        <pc:spChg chg="mod">
          <ac:chgData name="Stephen Emrich" userId="e6abd74e-3da0-4635-b6e2-0dc330156f74" providerId="ADAL" clId="{92B2ADFD-437A-5041-963F-FE1702C7ABCE}" dt="2025-08-14T17:36:29.567" v="732" actId="20577"/>
          <ac:spMkLst>
            <pc:docMk/>
            <pc:sldMk cId="2954498823" sldId="265"/>
            <ac:spMk id="3" creationId="{8959003A-4DED-7886-9B15-E9ECDD3382E5}"/>
          </ac:spMkLst>
        </pc:spChg>
        <pc:picChg chg="add del mod">
          <ac:chgData name="Stephen Emrich" userId="e6abd74e-3da0-4635-b6e2-0dc330156f74" providerId="ADAL" clId="{92B2ADFD-437A-5041-963F-FE1702C7ABCE}" dt="2025-08-14T17:35:26.710" v="541" actId="478"/>
          <ac:picMkLst>
            <pc:docMk/>
            <pc:sldMk cId="2954498823" sldId="265"/>
            <ac:picMk id="4" creationId="{A323651D-F3BA-4677-072A-E1943BF4245C}"/>
          </ac:picMkLst>
        </pc:picChg>
        <pc:picChg chg="add mod">
          <ac:chgData name="Stephen Emrich" userId="e6abd74e-3da0-4635-b6e2-0dc330156f74" providerId="ADAL" clId="{92B2ADFD-437A-5041-963F-FE1702C7ABCE}" dt="2025-08-14T17:35:33.683" v="545" actId="1076"/>
          <ac:picMkLst>
            <pc:docMk/>
            <pc:sldMk cId="2954498823" sldId="265"/>
            <ac:picMk id="5" creationId="{6CD707A2-99E1-45EE-DB59-4BED7EDDA160}"/>
          </ac:picMkLst>
        </pc:picChg>
        <pc:picChg chg="add mod">
          <ac:chgData name="Stephen Emrich" userId="e6abd74e-3da0-4635-b6e2-0dc330156f74" providerId="ADAL" clId="{92B2ADFD-437A-5041-963F-FE1702C7ABCE}" dt="2025-08-14T17:36:41.537" v="734" actId="1076"/>
          <ac:picMkLst>
            <pc:docMk/>
            <pc:sldMk cId="2954498823" sldId="265"/>
            <ac:picMk id="6" creationId="{04C9CC3E-68BA-C228-7B60-5672004F1BA0}"/>
          </ac:picMkLst>
        </pc:picChg>
      </pc:sldChg>
      <pc:sldChg chg="modSp new mod">
        <pc:chgData name="Stephen Emrich" userId="e6abd74e-3da0-4635-b6e2-0dc330156f74" providerId="ADAL" clId="{92B2ADFD-437A-5041-963F-FE1702C7ABCE}" dt="2025-08-14T17:40:47.974" v="1014" actId="20577"/>
        <pc:sldMkLst>
          <pc:docMk/>
          <pc:sldMk cId="3770678496" sldId="266"/>
        </pc:sldMkLst>
        <pc:spChg chg="mod">
          <ac:chgData name="Stephen Emrich" userId="e6abd74e-3da0-4635-b6e2-0dc330156f74" providerId="ADAL" clId="{92B2ADFD-437A-5041-963F-FE1702C7ABCE}" dt="2025-08-14T17:40:02.450" v="768"/>
          <ac:spMkLst>
            <pc:docMk/>
            <pc:sldMk cId="3770678496" sldId="266"/>
            <ac:spMk id="2" creationId="{6904C259-9BF7-8F5B-AEF2-69BDDD9477A0}"/>
          </ac:spMkLst>
        </pc:spChg>
        <pc:spChg chg="mod">
          <ac:chgData name="Stephen Emrich" userId="e6abd74e-3da0-4635-b6e2-0dc330156f74" providerId="ADAL" clId="{92B2ADFD-437A-5041-963F-FE1702C7ABCE}" dt="2025-08-14T17:40:47.974" v="1014" actId="20577"/>
          <ac:spMkLst>
            <pc:docMk/>
            <pc:sldMk cId="3770678496" sldId="266"/>
            <ac:spMk id="3" creationId="{4D8847B7-21E6-A532-1F3E-ABFC0B3D8E60}"/>
          </ac:spMkLst>
        </pc:spChg>
      </pc:sldChg>
      <pc:sldChg chg="addSp modSp new mod">
        <pc:chgData name="Stephen Emrich" userId="e6abd74e-3da0-4635-b6e2-0dc330156f74" providerId="ADAL" clId="{92B2ADFD-437A-5041-963F-FE1702C7ABCE}" dt="2025-08-14T17:45:08.988" v="1478" actId="27636"/>
        <pc:sldMkLst>
          <pc:docMk/>
          <pc:sldMk cId="2673474418" sldId="267"/>
        </pc:sldMkLst>
        <pc:spChg chg="mod">
          <ac:chgData name="Stephen Emrich" userId="e6abd74e-3da0-4635-b6e2-0dc330156f74" providerId="ADAL" clId="{92B2ADFD-437A-5041-963F-FE1702C7ABCE}" dt="2025-08-14T17:42:38.684" v="1072" actId="20577"/>
          <ac:spMkLst>
            <pc:docMk/>
            <pc:sldMk cId="2673474418" sldId="267"/>
            <ac:spMk id="2" creationId="{2EA8D8D5-A268-2EB5-5EAC-654BDF5938D2}"/>
          </ac:spMkLst>
        </pc:spChg>
        <pc:spChg chg="mod">
          <ac:chgData name="Stephen Emrich" userId="e6abd74e-3da0-4635-b6e2-0dc330156f74" providerId="ADAL" clId="{92B2ADFD-437A-5041-963F-FE1702C7ABCE}" dt="2025-08-14T17:45:08.988" v="1478" actId="27636"/>
          <ac:spMkLst>
            <pc:docMk/>
            <pc:sldMk cId="2673474418" sldId="267"/>
            <ac:spMk id="3" creationId="{404A78F8-1B1D-81F6-91EC-234220D220A1}"/>
          </ac:spMkLst>
        </pc:spChg>
        <pc:picChg chg="add mod">
          <ac:chgData name="Stephen Emrich" userId="e6abd74e-3da0-4635-b6e2-0dc330156f74" providerId="ADAL" clId="{92B2ADFD-437A-5041-963F-FE1702C7ABCE}" dt="2025-08-14T17:44:37.663" v="1289" actId="1076"/>
          <ac:picMkLst>
            <pc:docMk/>
            <pc:sldMk cId="2673474418" sldId="267"/>
            <ac:picMk id="4" creationId="{EABAC6B5-075F-CC0E-D602-45ABAEB199D9}"/>
          </ac:picMkLst>
        </pc:picChg>
      </pc:sldChg>
      <pc:sldChg chg="addSp modSp new mod">
        <pc:chgData name="Stephen Emrich" userId="e6abd74e-3da0-4635-b6e2-0dc330156f74" providerId="ADAL" clId="{92B2ADFD-437A-5041-963F-FE1702C7ABCE}" dt="2025-08-14T17:52:08.839" v="1797" actId="20577"/>
        <pc:sldMkLst>
          <pc:docMk/>
          <pc:sldMk cId="266473535" sldId="268"/>
        </pc:sldMkLst>
        <pc:spChg chg="mod">
          <ac:chgData name="Stephen Emrich" userId="e6abd74e-3da0-4635-b6e2-0dc330156f74" providerId="ADAL" clId="{92B2ADFD-437A-5041-963F-FE1702C7ABCE}" dt="2025-08-14T17:45:18.852" v="1480"/>
          <ac:spMkLst>
            <pc:docMk/>
            <pc:sldMk cId="266473535" sldId="268"/>
            <ac:spMk id="2" creationId="{1581F8F2-AE73-12EF-F24D-4E36DFD1E876}"/>
          </ac:spMkLst>
        </pc:spChg>
        <pc:spChg chg="mod">
          <ac:chgData name="Stephen Emrich" userId="e6abd74e-3da0-4635-b6e2-0dc330156f74" providerId="ADAL" clId="{92B2ADFD-437A-5041-963F-FE1702C7ABCE}" dt="2025-08-14T17:52:08.839" v="1797" actId="20577"/>
          <ac:spMkLst>
            <pc:docMk/>
            <pc:sldMk cId="266473535" sldId="268"/>
            <ac:spMk id="3" creationId="{5BA8ACC4-7A11-5937-9B94-E322AE9393E7}"/>
          </ac:spMkLst>
        </pc:spChg>
        <pc:picChg chg="add mod">
          <ac:chgData name="Stephen Emrich" userId="e6abd74e-3da0-4635-b6e2-0dc330156f74" providerId="ADAL" clId="{92B2ADFD-437A-5041-963F-FE1702C7ABCE}" dt="2025-08-14T17:51:27.557" v="1569" actId="1076"/>
          <ac:picMkLst>
            <pc:docMk/>
            <pc:sldMk cId="266473535" sldId="268"/>
            <ac:picMk id="4" creationId="{AB3C89FE-0AA1-9E57-82B0-4D683F973D3C}"/>
          </ac:picMkLst>
        </pc:picChg>
        <pc:picChg chg="add mod">
          <ac:chgData name="Stephen Emrich" userId="e6abd74e-3da0-4635-b6e2-0dc330156f74" providerId="ADAL" clId="{92B2ADFD-437A-5041-963F-FE1702C7ABCE}" dt="2025-08-14T17:51:29.017" v="1570" actId="1076"/>
          <ac:picMkLst>
            <pc:docMk/>
            <pc:sldMk cId="266473535" sldId="268"/>
            <ac:picMk id="5" creationId="{FEFFB7D1-EECF-C0E0-30E1-8A0375714A0A}"/>
          </ac:picMkLst>
        </pc:picChg>
      </pc:sldChg>
      <pc:sldChg chg="addSp modSp new mod">
        <pc:chgData name="Stephen Emrich" userId="e6abd74e-3da0-4635-b6e2-0dc330156f74" providerId="ADAL" clId="{92B2ADFD-437A-5041-963F-FE1702C7ABCE}" dt="2025-08-14T17:54:18.044" v="2076" actId="20577"/>
        <pc:sldMkLst>
          <pc:docMk/>
          <pc:sldMk cId="3995576085" sldId="269"/>
        </pc:sldMkLst>
        <pc:spChg chg="mod">
          <ac:chgData name="Stephen Emrich" userId="e6abd74e-3da0-4635-b6e2-0dc330156f74" providerId="ADAL" clId="{92B2ADFD-437A-5041-963F-FE1702C7ABCE}" dt="2025-08-14T17:52:59.774" v="1826" actId="20577"/>
          <ac:spMkLst>
            <pc:docMk/>
            <pc:sldMk cId="3995576085" sldId="269"/>
            <ac:spMk id="2" creationId="{F2E11816-24B7-C5A4-9EDA-AF28B575E949}"/>
          </ac:spMkLst>
        </pc:spChg>
        <pc:spChg chg="mod">
          <ac:chgData name="Stephen Emrich" userId="e6abd74e-3da0-4635-b6e2-0dc330156f74" providerId="ADAL" clId="{92B2ADFD-437A-5041-963F-FE1702C7ABCE}" dt="2025-08-14T17:54:18.044" v="2076" actId="20577"/>
          <ac:spMkLst>
            <pc:docMk/>
            <pc:sldMk cId="3995576085" sldId="269"/>
            <ac:spMk id="3" creationId="{27CA2162-4087-25C1-BEDE-B407B7792924}"/>
          </ac:spMkLst>
        </pc:spChg>
        <pc:picChg chg="add mod">
          <ac:chgData name="Stephen Emrich" userId="e6abd74e-3da0-4635-b6e2-0dc330156f74" providerId="ADAL" clId="{92B2ADFD-437A-5041-963F-FE1702C7ABCE}" dt="2025-08-14T17:54:00.526" v="1976" actId="1076"/>
          <ac:picMkLst>
            <pc:docMk/>
            <pc:sldMk cId="3995576085" sldId="269"/>
            <ac:picMk id="4" creationId="{5BBD554D-E3AC-C2C5-0555-EF84722548D7}"/>
          </ac:picMkLst>
        </pc:picChg>
      </pc:sldChg>
      <pc:sldChg chg="addSp delSp modSp new mod">
        <pc:chgData name="Stephen Emrich" userId="e6abd74e-3da0-4635-b6e2-0dc330156f74" providerId="ADAL" clId="{92B2ADFD-437A-5041-963F-FE1702C7ABCE}" dt="2025-08-14T17:59:58.104" v="2445" actId="20577"/>
        <pc:sldMkLst>
          <pc:docMk/>
          <pc:sldMk cId="344622784" sldId="270"/>
        </pc:sldMkLst>
        <pc:spChg chg="mod">
          <ac:chgData name="Stephen Emrich" userId="e6abd74e-3da0-4635-b6e2-0dc330156f74" providerId="ADAL" clId="{92B2ADFD-437A-5041-963F-FE1702C7ABCE}" dt="2025-08-14T17:58:35.506" v="2101" actId="20577"/>
          <ac:spMkLst>
            <pc:docMk/>
            <pc:sldMk cId="344622784" sldId="270"/>
            <ac:spMk id="2" creationId="{B0DAD386-BD47-4DC0-67D0-541701D61220}"/>
          </ac:spMkLst>
        </pc:spChg>
        <pc:spChg chg="mod">
          <ac:chgData name="Stephen Emrich" userId="e6abd74e-3da0-4635-b6e2-0dc330156f74" providerId="ADAL" clId="{92B2ADFD-437A-5041-963F-FE1702C7ABCE}" dt="2025-08-14T17:59:58.104" v="2445" actId="20577"/>
          <ac:spMkLst>
            <pc:docMk/>
            <pc:sldMk cId="344622784" sldId="270"/>
            <ac:spMk id="3" creationId="{37D6F516-94A5-467D-EE76-F056E6287FB1}"/>
          </ac:spMkLst>
        </pc:spChg>
        <pc:picChg chg="add del mod">
          <ac:chgData name="Stephen Emrich" userId="e6abd74e-3da0-4635-b6e2-0dc330156f74" providerId="ADAL" clId="{92B2ADFD-437A-5041-963F-FE1702C7ABCE}" dt="2025-08-14T17:58:28.229" v="2082" actId="478"/>
          <ac:picMkLst>
            <pc:docMk/>
            <pc:sldMk cId="344622784" sldId="270"/>
            <ac:picMk id="4" creationId="{7B7758BF-F1B6-2298-8DBD-B26360AFD1FC}"/>
          </ac:picMkLst>
        </pc:picChg>
        <pc:picChg chg="add mod">
          <ac:chgData name="Stephen Emrich" userId="e6abd74e-3da0-4635-b6e2-0dc330156f74" providerId="ADAL" clId="{92B2ADFD-437A-5041-963F-FE1702C7ABCE}" dt="2025-08-14T17:58:33.012" v="2085" actId="1076"/>
          <ac:picMkLst>
            <pc:docMk/>
            <pc:sldMk cId="344622784" sldId="270"/>
            <ac:picMk id="5" creationId="{1C8F5F84-B90B-EE31-5AB7-FDF334F56E1D}"/>
          </ac:picMkLst>
        </pc:picChg>
      </pc:sldChg>
      <pc:sldChg chg="addSp modSp new mod">
        <pc:chgData name="Stephen Emrich" userId="e6abd74e-3da0-4635-b6e2-0dc330156f74" providerId="ADAL" clId="{92B2ADFD-437A-5041-963F-FE1702C7ABCE}" dt="2025-08-14T19:32:57.899" v="3062" actId="1076"/>
        <pc:sldMkLst>
          <pc:docMk/>
          <pc:sldMk cId="1436657085" sldId="271"/>
        </pc:sldMkLst>
        <pc:spChg chg="mod">
          <ac:chgData name="Stephen Emrich" userId="e6abd74e-3da0-4635-b6e2-0dc330156f74" providerId="ADAL" clId="{92B2ADFD-437A-5041-963F-FE1702C7ABCE}" dt="2025-08-14T18:08:13.213" v="2464" actId="20577"/>
          <ac:spMkLst>
            <pc:docMk/>
            <pc:sldMk cId="1436657085" sldId="271"/>
            <ac:spMk id="2" creationId="{0179C1CD-26A5-7F73-9051-0FCAB1B1531F}"/>
          </ac:spMkLst>
        </pc:spChg>
        <pc:spChg chg="mod">
          <ac:chgData name="Stephen Emrich" userId="e6abd74e-3da0-4635-b6e2-0dc330156f74" providerId="ADAL" clId="{92B2ADFD-437A-5041-963F-FE1702C7ABCE}" dt="2025-08-14T19:32:33.989" v="3054" actId="20577"/>
          <ac:spMkLst>
            <pc:docMk/>
            <pc:sldMk cId="1436657085" sldId="271"/>
            <ac:spMk id="3" creationId="{AD52DAEF-B6CD-76FD-0ABD-24C00FAC393D}"/>
          </ac:spMkLst>
        </pc:spChg>
        <pc:picChg chg="add mod">
          <ac:chgData name="Stephen Emrich" userId="e6abd74e-3da0-4635-b6e2-0dc330156f74" providerId="ADAL" clId="{92B2ADFD-437A-5041-963F-FE1702C7ABCE}" dt="2025-08-14T19:32:57.899" v="3062" actId="1076"/>
          <ac:picMkLst>
            <pc:docMk/>
            <pc:sldMk cId="1436657085" sldId="271"/>
            <ac:picMk id="4" creationId="{16EA0800-CF7A-93AB-6063-1F27A79A2D4B}"/>
          </ac:picMkLst>
        </pc:picChg>
        <pc:picChg chg="add mod">
          <ac:chgData name="Stephen Emrich" userId="e6abd74e-3da0-4635-b6e2-0dc330156f74" providerId="ADAL" clId="{92B2ADFD-437A-5041-963F-FE1702C7ABCE}" dt="2025-08-14T19:32:55.135" v="3059" actId="1076"/>
          <ac:picMkLst>
            <pc:docMk/>
            <pc:sldMk cId="1436657085" sldId="271"/>
            <ac:picMk id="5" creationId="{5F15FC96-0671-2440-AC6F-8DC79A9FE847}"/>
          </ac:picMkLst>
        </pc:picChg>
      </pc:sldChg>
      <pc:sldChg chg="addSp modSp new mod">
        <pc:chgData name="Stephen Emrich" userId="e6abd74e-3da0-4635-b6e2-0dc330156f74" providerId="ADAL" clId="{92B2ADFD-437A-5041-963F-FE1702C7ABCE}" dt="2025-08-14T19:36:44.683" v="3334" actId="20577"/>
        <pc:sldMkLst>
          <pc:docMk/>
          <pc:sldMk cId="1364994597" sldId="272"/>
        </pc:sldMkLst>
        <pc:spChg chg="mod">
          <ac:chgData name="Stephen Emrich" userId="e6abd74e-3da0-4635-b6e2-0dc330156f74" providerId="ADAL" clId="{92B2ADFD-437A-5041-963F-FE1702C7ABCE}" dt="2025-08-14T19:31:15.562" v="2884" actId="20577"/>
          <ac:spMkLst>
            <pc:docMk/>
            <pc:sldMk cId="1364994597" sldId="272"/>
            <ac:spMk id="2" creationId="{7C760AE9-66FE-2FCF-5EEE-0B9CD33C5637}"/>
          </ac:spMkLst>
        </pc:spChg>
        <pc:spChg chg="mod">
          <ac:chgData name="Stephen Emrich" userId="e6abd74e-3da0-4635-b6e2-0dc330156f74" providerId="ADAL" clId="{92B2ADFD-437A-5041-963F-FE1702C7ABCE}" dt="2025-08-14T19:36:44.683" v="3334" actId="20577"/>
          <ac:spMkLst>
            <pc:docMk/>
            <pc:sldMk cId="1364994597" sldId="272"/>
            <ac:spMk id="3" creationId="{777CC837-6003-D4E8-E697-04425D97CC44}"/>
          </ac:spMkLst>
        </pc:spChg>
        <pc:picChg chg="add mod">
          <ac:chgData name="Stephen Emrich" userId="e6abd74e-3da0-4635-b6e2-0dc330156f74" providerId="ADAL" clId="{92B2ADFD-437A-5041-963F-FE1702C7ABCE}" dt="2025-08-14T19:31:23.806" v="2888" actId="1076"/>
          <ac:picMkLst>
            <pc:docMk/>
            <pc:sldMk cId="1364994597" sldId="272"/>
            <ac:picMk id="4" creationId="{6D7CE1E5-B6E7-9B78-00F0-8D72BD1DC177}"/>
          </ac:picMkLst>
        </pc:picChg>
      </pc:sldChg>
      <pc:sldChg chg="addSp modSp new mod">
        <pc:chgData name="Stephen Emrich" userId="e6abd74e-3da0-4635-b6e2-0dc330156f74" providerId="ADAL" clId="{92B2ADFD-437A-5041-963F-FE1702C7ABCE}" dt="2025-08-14T20:17:46.861" v="3629" actId="1076"/>
        <pc:sldMkLst>
          <pc:docMk/>
          <pc:sldMk cId="1147070877" sldId="273"/>
        </pc:sldMkLst>
        <pc:spChg chg="mod">
          <ac:chgData name="Stephen Emrich" userId="e6abd74e-3da0-4635-b6e2-0dc330156f74" providerId="ADAL" clId="{92B2ADFD-437A-5041-963F-FE1702C7ABCE}" dt="2025-08-14T20:15:34.150" v="3349" actId="20577"/>
          <ac:spMkLst>
            <pc:docMk/>
            <pc:sldMk cId="1147070877" sldId="273"/>
            <ac:spMk id="2" creationId="{8F6C179B-BCEC-99CD-7AF7-A266F575DD3C}"/>
          </ac:spMkLst>
        </pc:spChg>
        <pc:spChg chg="mod">
          <ac:chgData name="Stephen Emrich" userId="e6abd74e-3da0-4635-b6e2-0dc330156f74" providerId="ADAL" clId="{92B2ADFD-437A-5041-963F-FE1702C7ABCE}" dt="2025-08-14T20:17:44.381" v="3628" actId="20577"/>
          <ac:spMkLst>
            <pc:docMk/>
            <pc:sldMk cId="1147070877" sldId="273"/>
            <ac:spMk id="3" creationId="{E145CCD1-675D-D365-5CB9-41BD916BBDFC}"/>
          </ac:spMkLst>
        </pc:spChg>
        <pc:picChg chg="add mod">
          <ac:chgData name="Stephen Emrich" userId="e6abd74e-3da0-4635-b6e2-0dc330156f74" providerId="ADAL" clId="{92B2ADFD-437A-5041-963F-FE1702C7ABCE}" dt="2025-08-14T20:17:46.861" v="3629" actId="1076"/>
          <ac:picMkLst>
            <pc:docMk/>
            <pc:sldMk cId="1147070877" sldId="273"/>
            <ac:picMk id="4" creationId="{E2DEFA12-AFB0-3193-440F-03D52971FEA1}"/>
          </ac:picMkLst>
        </pc:picChg>
      </pc:sldChg>
      <pc:sldChg chg="addSp modSp new mod">
        <pc:chgData name="Stephen Emrich" userId="e6abd74e-3da0-4635-b6e2-0dc330156f74" providerId="ADAL" clId="{92B2ADFD-437A-5041-963F-FE1702C7ABCE}" dt="2025-08-15T15:38:15.539" v="3981" actId="1076"/>
        <pc:sldMkLst>
          <pc:docMk/>
          <pc:sldMk cId="1745475679" sldId="274"/>
        </pc:sldMkLst>
        <pc:spChg chg="mod">
          <ac:chgData name="Stephen Emrich" userId="e6abd74e-3da0-4635-b6e2-0dc330156f74" providerId="ADAL" clId="{92B2ADFD-437A-5041-963F-FE1702C7ABCE}" dt="2025-08-14T20:23:29.134" v="3646" actId="20577"/>
          <ac:spMkLst>
            <pc:docMk/>
            <pc:sldMk cId="1745475679" sldId="274"/>
            <ac:spMk id="2" creationId="{3B10364E-DC00-C263-E001-2A21FF741171}"/>
          </ac:spMkLst>
        </pc:spChg>
        <pc:spChg chg="mod">
          <ac:chgData name="Stephen Emrich" userId="e6abd74e-3da0-4635-b6e2-0dc330156f74" providerId="ADAL" clId="{92B2ADFD-437A-5041-963F-FE1702C7ABCE}" dt="2025-08-14T20:30:48.625" v="3978" actId="27636"/>
          <ac:spMkLst>
            <pc:docMk/>
            <pc:sldMk cId="1745475679" sldId="274"/>
            <ac:spMk id="3" creationId="{FF42FA97-1449-E80F-B3C7-F79FA845B420}"/>
          </ac:spMkLst>
        </pc:spChg>
        <pc:picChg chg="add mod">
          <ac:chgData name="Stephen Emrich" userId="e6abd74e-3da0-4635-b6e2-0dc330156f74" providerId="ADAL" clId="{92B2ADFD-437A-5041-963F-FE1702C7ABCE}" dt="2025-08-14T20:30:54.294" v="3980" actId="1076"/>
          <ac:picMkLst>
            <pc:docMk/>
            <pc:sldMk cId="1745475679" sldId="274"/>
            <ac:picMk id="4" creationId="{1852A44B-6B04-2852-3CE1-07C0C190914B}"/>
          </ac:picMkLst>
        </pc:picChg>
        <pc:picChg chg="add mod">
          <ac:chgData name="Stephen Emrich" userId="e6abd74e-3da0-4635-b6e2-0dc330156f74" providerId="ADAL" clId="{92B2ADFD-437A-5041-963F-FE1702C7ABCE}" dt="2025-08-15T15:38:15.539" v="3981" actId="1076"/>
          <ac:picMkLst>
            <pc:docMk/>
            <pc:sldMk cId="1745475679" sldId="274"/>
            <ac:picMk id="5" creationId="{61F1AC9E-8B3F-1F1C-26A3-27CF85342EDB}"/>
          </ac:picMkLst>
        </pc:picChg>
      </pc:sldChg>
      <pc:sldChg chg="addSp modSp new mod">
        <pc:chgData name="Stephen Emrich" userId="e6abd74e-3da0-4635-b6e2-0dc330156f74" providerId="ADAL" clId="{92B2ADFD-437A-5041-963F-FE1702C7ABCE}" dt="2025-08-15T15:53:46.176" v="4294" actId="1076"/>
        <pc:sldMkLst>
          <pc:docMk/>
          <pc:sldMk cId="3607349369" sldId="275"/>
        </pc:sldMkLst>
        <pc:spChg chg="mod">
          <ac:chgData name="Stephen Emrich" userId="e6abd74e-3da0-4635-b6e2-0dc330156f74" providerId="ADAL" clId="{92B2ADFD-437A-5041-963F-FE1702C7ABCE}" dt="2025-08-15T15:50:54.169" v="3996" actId="20577"/>
          <ac:spMkLst>
            <pc:docMk/>
            <pc:sldMk cId="3607349369" sldId="275"/>
            <ac:spMk id="2" creationId="{6089A432-2E32-505C-93C5-6EF9BF33EF7D}"/>
          </ac:spMkLst>
        </pc:spChg>
        <pc:spChg chg="mod">
          <ac:chgData name="Stephen Emrich" userId="e6abd74e-3da0-4635-b6e2-0dc330156f74" providerId="ADAL" clId="{92B2ADFD-437A-5041-963F-FE1702C7ABCE}" dt="2025-08-15T15:53:36.269" v="4291" actId="20577"/>
          <ac:spMkLst>
            <pc:docMk/>
            <pc:sldMk cId="3607349369" sldId="275"/>
            <ac:spMk id="3" creationId="{81A9F578-5D33-F4EB-A5CE-532A077FDFAC}"/>
          </ac:spMkLst>
        </pc:spChg>
        <pc:picChg chg="add mod">
          <ac:chgData name="Stephen Emrich" userId="e6abd74e-3da0-4635-b6e2-0dc330156f74" providerId="ADAL" clId="{92B2ADFD-437A-5041-963F-FE1702C7ABCE}" dt="2025-08-15T15:53:46.176" v="4294" actId="1076"/>
          <ac:picMkLst>
            <pc:docMk/>
            <pc:sldMk cId="3607349369" sldId="275"/>
            <ac:picMk id="4" creationId="{DD41768C-A55F-1B3E-17E9-F36CF6A4C43F}"/>
          </ac:picMkLst>
        </pc:picChg>
        <pc:picChg chg="add mod">
          <ac:chgData name="Stephen Emrich" userId="e6abd74e-3da0-4635-b6e2-0dc330156f74" providerId="ADAL" clId="{92B2ADFD-437A-5041-963F-FE1702C7ABCE}" dt="2025-08-15T15:53:43.343" v="4293" actId="1076"/>
          <ac:picMkLst>
            <pc:docMk/>
            <pc:sldMk cId="3607349369" sldId="275"/>
            <ac:picMk id="5" creationId="{EF03EA40-4A38-20BB-EF3B-D1826703063F}"/>
          </ac:picMkLst>
        </pc:picChg>
      </pc:sldChg>
      <pc:sldChg chg="addSp modSp new mod">
        <pc:chgData name="Stephen Emrich" userId="e6abd74e-3da0-4635-b6e2-0dc330156f74" providerId="ADAL" clId="{92B2ADFD-437A-5041-963F-FE1702C7ABCE}" dt="2025-08-15T17:03:22.241" v="4637" actId="27636"/>
        <pc:sldMkLst>
          <pc:docMk/>
          <pc:sldMk cId="767644924" sldId="276"/>
        </pc:sldMkLst>
        <pc:spChg chg="mod">
          <ac:chgData name="Stephen Emrich" userId="e6abd74e-3da0-4635-b6e2-0dc330156f74" providerId="ADAL" clId="{92B2ADFD-437A-5041-963F-FE1702C7ABCE}" dt="2025-08-15T16:03:24.781" v="4311" actId="20577"/>
          <ac:spMkLst>
            <pc:docMk/>
            <pc:sldMk cId="767644924" sldId="276"/>
            <ac:spMk id="2" creationId="{DA4B9135-D706-971F-B5E9-3AA8BC684BF2}"/>
          </ac:spMkLst>
        </pc:spChg>
        <pc:spChg chg="mod">
          <ac:chgData name="Stephen Emrich" userId="e6abd74e-3da0-4635-b6e2-0dc330156f74" providerId="ADAL" clId="{92B2ADFD-437A-5041-963F-FE1702C7ABCE}" dt="2025-08-15T17:03:22.241" v="4637" actId="27636"/>
          <ac:spMkLst>
            <pc:docMk/>
            <pc:sldMk cId="767644924" sldId="276"/>
            <ac:spMk id="3" creationId="{B072B52B-79D7-84D1-C998-08090BE317F9}"/>
          </ac:spMkLst>
        </pc:spChg>
        <pc:picChg chg="add mod">
          <ac:chgData name="Stephen Emrich" userId="e6abd74e-3da0-4635-b6e2-0dc330156f74" providerId="ADAL" clId="{92B2ADFD-437A-5041-963F-FE1702C7ABCE}" dt="2025-08-15T16:03:42.966" v="4364" actId="14100"/>
          <ac:picMkLst>
            <pc:docMk/>
            <pc:sldMk cId="767644924" sldId="276"/>
            <ac:picMk id="4" creationId="{9CC698D1-EE38-2AF6-5C72-5EED6A8495D5}"/>
          </ac:picMkLst>
        </pc:picChg>
        <pc:picChg chg="add mod">
          <ac:chgData name="Stephen Emrich" userId="e6abd74e-3da0-4635-b6e2-0dc330156f74" providerId="ADAL" clId="{92B2ADFD-437A-5041-963F-FE1702C7ABCE}" dt="2025-08-15T16:05:00.180" v="4369" actId="1076"/>
          <ac:picMkLst>
            <pc:docMk/>
            <pc:sldMk cId="767644924" sldId="276"/>
            <ac:picMk id="5" creationId="{C8BFEADA-701A-928C-11D5-5DAC5406E3BA}"/>
          </ac:picMkLst>
        </pc:picChg>
      </pc:sldChg>
      <pc:sldChg chg="addSp modSp new mod">
        <pc:chgData name="Stephen Emrich" userId="e6abd74e-3da0-4635-b6e2-0dc330156f74" providerId="ADAL" clId="{92B2ADFD-437A-5041-963F-FE1702C7ABCE}" dt="2025-08-15T17:06:07.855" v="4843" actId="20577"/>
        <pc:sldMkLst>
          <pc:docMk/>
          <pc:sldMk cId="4195179894" sldId="277"/>
        </pc:sldMkLst>
        <pc:spChg chg="mod">
          <ac:chgData name="Stephen Emrich" userId="e6abd74e-3da0-4635-b6e2-0dc330156f74" providerId="ADAL" clId="{92B2ADFD-437A-5041-963F-FE1702C7ABCE}" dt="2025-08-15T17:04:05.882" v="4663" actId="20577"/>
          <ac:spMkLst>
            <pc:docMk/>
            <pc:sldMk cId="4195179894" sldId="277"/>
            <ac:spMk id="2" creationId="{FD00AD22-E8A5-5150-1453-4672AA7AD48A}"/>
          </ac:spMkLst>
        </pc:spChg>
        <pc:spChg chg="mod">
          <ac:chgData name="Stephen Emrich" userId="e6abd74e-3da0-4635-b6e2-0dc330156f74" providerId="ADAL" clId="{92B2ADFD-437A-5041-963F-FE1702C7ABCE}" dt="2025-08-15T17:06:07.855" v="4843" actId="20577"/>
          <ac:spMkLst>
            <pc:docMk/>
            <pc:sldMk cId="4195179894" sldId="277"/>
            <ac:spMk id="3" creationId="{4A844BF2-A3DE-1338-40A2-C8E8975768C4}"/>
          </ac:spMkLst>
        </pc:spChg>
        <pc:picChg chg="add mod">
          <ac:chgData name="Stephen Emrich" userId="e6abd74e-3da0-4635-b6e2-0dc330156f74" providerId="ADAL" clId="{92B2ADFD-437A-5041-963F-FE1702C7ABCE}" dt="2025-08-15T17:04:23.894" v="4711" actId="1076"/>
          <ac:picMkLst>
            <pc:docMk/>
            <pc:sldMk cId="4195179894" sldId="277"/>
            <ac:picMk id="4" creationId="{4D19D595-506E-2B5B-87F7-D87834871272}"/>
          </ac:picMkLst>
        </pc:picChg>
      </pc:sldChg>
      <pc:sldChg chg="addSp delSp modSp new mod">
        <pc:chgData name="Stephen Emrich" userId="e6abd74e-3da0-4635-b6e2-0dc330156f74" providerId="ADAL" clId="{92B2ADFD-437A-5041-963F-FE1702C7ABCE}" dt="2025-08-15T17:09:26.526" v="5185" actId="20577"/>
        <pc:sldMkLst>
          <pc:docMk/>
          <pc:sldMk cId="1374824376" sldId="278"/>
        </pc:sldMkLst>
        <pc:spChg chg="mod">
          <ac:chgData name="Stephen Emrich" userId="e6abd74e-3da0-4635-b6e2-0dc330156f74" providerId="ADAL" clId="{92B2ADFD-437A-5041-963F-FE1702C7ABCE}" dt="2025-08-15T17:07:30.796" v="4872" actId="20577"/>
          <ac:spMkLst>
            <pc:docMk/>
            <pc:sldMk cId="1374824376" sldId="278"/>
            <ac:spMk id="2" creationId="{4DCF8633-0AE3-C138-D839-F64EE0187B8C}"/>
          </ac:spMkLst>
        </pc:spChg>
        <pc:spChg chg="mod">
          <ac:chgData name="Stephen Emrich" userId="e6abd74e-3da0-4635-b6e2-0dc330156f74" providerId="ADAL" clId="{92B2ADFD-437A-5041-963F-FE1702C7ABCE}" dt="2025-08-15T17:09:26.526" v="5185" actId="20577"/>
          <ac:spMkLst>
            <pc:docMk/>
            <pc:sldMk cId="1374824376" sldId="278"/>
            <ac:spMk id="3" creationId="{2A6D0E0F-4D6A-4751-F054-0FDF9D8B4B62}"/>
          </ac:spMkLst>
        </pc:spChg>
        <pc:spChg chg="add del">
          <ac:chgData name="Stephen Emrich" userId="e6abd74e-3da0-4635-b6e2-0dc330156f74" providerId="ADAL" clId="{92B2ADFD-437A-5041-963F-FE1702C7ABCE}" dt="2025-08-15T17:07:37.359" v="4875" actId="22"/>
          <ac:spMkLst>
            <pc:docMk/>
            <pc:sldMk cId="1374824376" sldId="278"/>
            <ac:spMk id="5" creationId="{D4B56C6A-2DAD-9B94-1F79-C63070B5B5A8}"/>
          </ac:spMkLst>
        </pc:spChg>
        <pc:picChg chg="add mod">
          <ac:chgData name="Stephen Emrich" userId="e6abd74e-3da0-4635-b6e2-0dc330156f74" providerId="ADAL" clId="{92B2ADFD-437A-5041-963F-FE1702C7ABCE}" dt="2025-08-15T17:07:56.212" v="4880" actId="1076"/>
          <ac:picMkLst>
            <pc:docMk/>
            <pc:sldMk cId="1374824376" sldId="278"/>
            <ac:picMk id="6" creationId="{B32F76D8-E561-FCB6-433D-F09FD9FAD14F}"/>
          </ac:picMkLst>
        </pc:picChg>
      </pc:sldChg>
      <pc:sldChg chg="addSp modSp new mod">
        <pc:chgData name="Stephen Emrich" userId="e6abd74e-3da0-4635-b6e2-0dc330156f74" providerId="ADAL" clId="{92B2ADFD-437A-5041-963F-FE1702C7ABCE}" dt="2025-08-15T17:28:45.670" v="5430" actId="2711"/>
        <pc:sldMkLst>
          <pc:docMk/>
          <pc:sldMk cId="296079254" sldId="279"/>
        </pc:sldMkLst>
        <pc:spChg chg="mod">
          <ac:chgData name="Stephen Emrich" userId="e6abd74e-3da0-4635-b6e2-0dc330156f74" providerId="ADAL" clId="{92B2ADFD-437A-5041-963F-FE1702C7ABCE}" dt="2025-08-15T17:24:20.567" v="5209" actId="20577"/>
          <ac:spMkLst>
            <pc:docMk/>
            <pc:sldMk cId="296079254" sldId="279"/>
            <ac:spMk id="2" creationId="{13591412-8F1C-4C9B-1A4B-C797F2004328}"/>
          </ac:spMkLst>
        </pc:spChg>
        <pc:spChg chg="mod">
          <ac:chgData name="Stephen Emrich" userId="e6abd74e-3da0-4635-b6e2-0dc330156f74" providerId="ADAL" clId="{92B2ADFD-437A-5041-963F-FE1702C7ABCE}" dt="2025-08-15T17:28:45.670" v="5430" actId="2711"/>
          <ac:spMkLst>
            <pc:docMk/>
            <pc:sldMk cId="296079254" sldId="279"/>
            <ac:spMk id="3" creationId="{6E260600-2199-2811-A8CD-F183492A080B}"/>
          </ac:spMkLst>
        </pc:spChg>
        <pc:picChg chg="add mod">
          <ac:chgData name="Stephen Emrich" userId="e6abd74e-3da0-4635-b6e2-0dc330156f74" providerId="ADAL" clId="{92B2ADFD-437A-5041-963F-FE1702C7ABCE}" dt="2025-08-15T17:24:28.156" v="5213" actId="1076"/>
          <ac:picMkLst>
            <pc:docMk/>
            <pc:sldMk cId="296079254" sldId="279"/>
            <ac:picMk id="4" creationId="{8E107386-9BBC-E093-4AAB-F78E5247DB0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3D5EEE-372C-ED4B-8D8C-45452448E930}" type="datetimeFigureOut">
              <a:rPr lang="en-US" smtClean="0"/>
              <a:t>8/15/25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569ADB-03B8-DD4F-A1D8-9808E4009EAC}" type="slidenum">
              <a:rPr lang="en-US" smtClean="0"/>
              <a:t>‹#›</a:t>
            </a:fld>
            <a:endParaRPr lang="en-US"/>
          </a:p>
        </p:txBody>
      </p:sp>
    </p:spTree>
    <p:extLst>
      <p:ext uri="{BB962C8B-B14F-4D97-AF65-F5344CB8AC3E}">
        <p14:creationId xmlns:p14="http://schemas.microsoft.com/office/powerpoint/2010/main" val="3776725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569ADB-03B8-DD4F-A1D8-9808E4009EAC}" type="slidenum">
              <a:rPr lang="en-US" smtClean="0"/>
              <a:t>24</a:t>
            </a:fld>
            <a:endParaRPr lang="en-US"/>
          </a:p>
        </p:txBody>
      </p:sp>
    </p:spTree>
    <p:extLst>
      <p:ext uri="{BB962C8B-B14F-4D97-AF65-F5344CB8AC3E}">
        <p14:creationId xmlns:p14="http://schemas.microsoft.com/office/powerpoint/2010/main" val="300914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1F3C-06EC-3DE4-B5E9-39E7140181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4557F9D-1768-C1BD-492E-F49A071BE2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D1F1C5-F9F6-D344-6DEE-576C37DA94E7}"/>
              </a:ext>
            </a:extLst>
          </p:cNvPr>
          <p:cNvSpPr>
            <a:spLocks noGrp="1"/>
          </p:cNvSpPr>
          <p:nvPr>
            <p:ph type="dt" sz="half" idx="10"/>
          </p:nvPr>
        </p:nvSpPr>
        <p:spPr/>
        <p:txBody>
          <a:bodyPr/>
          <a:lstStyle/>
          <a:p>
            <a:fld id="{AC903215-77C8-EC4C-9261-505EDF699156}" type="datetimeFigureOut">
              <a:rPr lang="en-US" smtClean="0"/>
              <a:t>8/14/25</a:t>
            </a:fld>
            <a:endParaRPr lang="en-US"/>
          </a:p>
        </p:txBody>
      </p:sp>
      <p:sp>
        <p:nvSpPr>
          <p:cNvPr id="5" name="Footer Placeholder 4">
            <a:extLst>
              <a:ext uri="{FF2B5EF4-FFF2-40B4-BE49-F238E27FC236}">
                <a16:creationId xmlns:a16="http://schemas.microsoft.com/office/drawing/2014/main" id="{C66B17B0-1CFC-6B36-CCF2-92025ABDA7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E71192-75F7-F831-E3E5-C83002A5B044}"/>
              </a:ext>
            </a:extLst>
          </p:cNvPr>
          <p:cNvSpPr>
            <a:spLocks noGrp="1"/>
          </p:cNvSpPr>
          <p:nvPr>
            <p:ph type="sldNum" sz="quarter" idx="12"/>
          </p:nvPr>
        </p:nvSpPr>
        <p:spPr/>
        <p:txBody>
          <a:bodyPr/>
          <a:lstStyle/>
          <a:p>
            <a:fld id="{87B29C8D-F7D1-0548-AB58-C34EABB392A6}" type="slidenum">
              <a:rPr lang="en-US" smtClean="0"/>
              <a:t>‹#›</a:t>
            </a:fld>
            <a:endParaRPr lang="en-US"/>
          </a:p>
        </p:txBody>
      </p:sp>
    </p:spTree>
    <p:extLst>
      <p:ext uri="{BB962C8B-B14F-4D97-AF65-F5344CB8AC3E}">
        <p14:creationId xmlns:p14="http://schemas.microsoft.com/office/powerpoint/2010/main" val="1256902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7C67A-B5C9-6E07-0609-1C81D87A6B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193676-B63B-27E6-34BC-D11470385A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A01D1B-1915-7538-868E-8541C18B50BC}"/>
              </a:ext>
            </a:extLst>
          </p:cNvPr>
          <p:cNvSpPr>
            <a:spLocks noGrp="1"/>
          </p:cNvSpPr>
          <p:nvPr>
            <p:ph type="dt" sz="half" idx="10"/>
          </p:nvPr>
        </p:nvSpPr>
        <p:spPr/>
        <p:txBody>
          <a:bodyPr/>
          <a:lstStyle/>
          <a:p>
            <a:fld id="{AC903215-77C8-EC4C-9261-505EDF699156}" type="datetimeFigureOut">
              <a:rPr lang="en-US" smtClean="0"/>
              <a:t>8/14/25</a:t>
            </a:fld>
            <a:endParaRPr lang="en-US"/>
          </a:p>
        </p:txBody>
      </p:sp>
      <p:sp>
        <p:nvSpPr>
          <p:cNvPr id="5" name="Footer Placeholder 4">
            <a:extLst>
              <a:ext uri="{FF2B5EF4-FFF2-40B4-BE49-F238E27FC236}">
                <a16:creationId xmlns:a16="http://schemas.microsoft.com/office/drawing/2014/main" id="{D7AD439F-EA64-F476-F909-BCD1EFBC82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CDC67C-CCC9-0323-5619-CDCEE8E9BA4E}"/>
              </a:ext>
            </a:extLst>
          </p:cNvPr>
          <p:cNvSpPr>
            <a:spLocks noGrp="1"/>
          </p:cNvSpPr>
          <p:nvPr>
            <p:ph type="sldNum" sz="quarter" idx="12"/>
          </p:nvPr>
        </p:nvSpPr>
        <p:spPr/>
        <p:txBody>
          <a:bodyPr/>
          <a:lstStyle/>
          <a:p>
            <a:fld id="{87B29C8D-F7D1-0548-AB58-C34EABB392A6}" type="slidenum">
              <a:rPr lang="en-US" smtClean="0"/>
              <a:t>‹#›</a:t>
            </a:fld>
            <a:endParaRPr lang="en-US"/>
          </a:p>
        </p:txBody>
      </p:sp>
    </p:spTree>
    <p:extLst>
      <p:ext uri="{BB962C8B-B14F-4D97-AF65-F5344CB8AC3E}">
        <p14:creationId xmlns:p14="http://schemas.microsoft.com/office/powerpoint/2010/main" val="2245765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1A05C-E474-3724-D574-85643E5DA6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253347-6189-ED98-3D33-AFAB82B31D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C781BA-2C5B-A2F8-EB78-64FE2164AA41}"/>
              </a:ext>
            </a:extLst>
          </p:cNvPr>
          <p:cNvSpPr>
            <a:spLocks noGrp="1"/>
          </p:cNvSpPr>
          <p:nvPr>
            <p:ph type="dt" sz="half" idx="10"/>
          </p:nvPr>
        </p:nvSpPr>
        <p:spPr/>
        <p:txBody>
          <a:bodyPr/>
          <a:lstStyle/>
          <a:p>
            <a:fld id="{AC903215-77C8-EC4C-9261-505EDF699156}" type="datetimeFigureOut">
              <a:rPr lang="en-US" smtClean="0"/>
              <a:t>8/14/25</a:t>
            </a:fld>
            <a:endParaRPr lang="en-US"/>
          </a:p>
        </p:txBody>
      </p:sp>
      <p:sp>
        <p:nvSpPr>
          <p:cNvPr id="5" name="Footer Placeholder 4">
            <a:extLst>
              <a:ext uri="{FF2B5EF4-FFF2-40B4-BE49-F238E27FC236}">
                <a16:creationId xmlns:a16="http://schemas.microsoft.com/office/drawing/2014/main" id="{8F5E08CE-362A-47AC-8AFB-AC30BC28E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E5183F-280A-6C76-FDC1-35841942A69B}"/>
              </a:ext>
            </a:extLst>
          </p:cNvPr>
          <p:cNvSpPr>
            <a:spLocks noGrp="1"/>
          </p:cNvSpPr>
          <p:nvPr>
            <p:ph type="sldNum" sz="quarter" idx="12"/>
          </p:nvPr>
        </p:nvSpPr>
        <p:spPr/>
        <p:txBody>
          <a:bodyPr/>
          <a:lstStyle/>
          <a:p>
            <a:fld id="{87B29C8D-F7D1-0548-AB58-C34EABB392A6}" type="slidenum">
              <a:rPr lang="en-US" smtClean="0"/>
              <a:t>‹#›</a:t>
            </a:fld>
            <a:endParaRPr lang="en-US"/>
          </a:p>
        </p:txBody>
      </p:sp>
    </p:spTree>
    <p:extLst>
      <p:ext uri="{BB962C8B-B14F-4D97-AF65-F5344CB8AC3E}">
        <p14:creationId xmlns:p14="http://schemas.microsoft.com/office/powerpoint/2010/main" val="128902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FA51E-B6C2-589A-E2BE-FEB294FFB4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BBC816-0803-271A-47A7-89EF3852B2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DD8BF55-DFE7-4FDA-B69E-675B7EDDB1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90B9118-68EE-A371-A485-6758167A9D8E}"/>
              </a:ext>
            </a:extLst>
          </p:cNvPr>
          <p:cNvSpPr>
            <a:spLocks noGrp="1"/>
          </p:cNvSpPr>
          <p:nvPr>
            <p:ph type="dt" sz="half" idx="10"/>
          </p:nvPr>
        </p:nvSpPr>
        <p:spPr/>
        <p:txBody>
          <a:bodyPr/>
          <a:lstStyle/>
          <a:p>
            <a:fld id="{AC903215-77C8-EC4C-9261-505EDF699156}" type="datetimeFigureOut">
              <a:rPr lang="en-US" smtClean="0"/>
              <a:t>8/14/25</a:t>
            </a:fld>
            <a:endParaRPr lang="en-US"/>
          </a:p>
        </p:txBody>
      </p:sp>
      <p:sp>
        <p:nvSpPr>
          <p:cNvPr id="6" name="Footer Placeholder 5">
            <a:extLst>
              <a:ext uri="{FF2B5EF4-FFF2-40B4-BE49-F238E27FC236}">
                <a16:creationId xmlns:a16="http://schemas.microsoft.com/office/drawing/2014/main" id="{6704E364-08CE-403B-BC1A-ABFEEEAF15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3BEC32-446B-1FC5-3577-6AE39F5B49B5}"/>
              </a:ext>
            </a:extLst>
          </p:cNvPr>
          <p:cNvSpPr>
            <a:spLocks noGrp="1"/>
          </p:cNvSpPr>
          <p:nvPr>
            <p:ph type="sldNum" sz="quarter" idx="12"/>
          </p:nvPr>
        </p:nvSpPr>
        <p:spPr/>
        <p:txBody>
          <a:bodyPr/>
          <a:lstStyle/>
          <a:p>
            <a:fld id="{87B29C8D-F7D1-0548-AB58-C34EABB392A6}" type="slidenum">
              <a:rPr lang="en-US" smtClean="0"/>
              <a:t>‹#›</a:t>
            </a:fld>
            <a:endParaRPr lang="en-US"/>
          </a:p>
        </p:txBody>
      </p:sp>
    </p:spTree>
    <p:extLst>
      <p:ext uri="{BB962C8B-B14F-4D97-AF65-F5344CB8AC3E}">
        <p14:creationId xmlns:p14="http://schemas.microsoft.com/office/powerpoint/2010/main" val="34977867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65C4C-699B-5CBF-7F0E-27EE6767A3D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1EBFC8C-0270-0269-24FB-1336432E6B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0CFCF3-8266-F00B-DE90-A95D59D41D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4A078E8-15F2-40F0-C5E1-E5458B9073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CCC9C1-B8AD-F1DE-919B-06E1F2C43AE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459D01-F21E-4581-3DCB-9E0F2A04BE80}"/>
              </a:ext>
            </a:extLst>
          </p:cNvPr>
          <p:cNvSpPr>
            <a:spLocks noGrp="1"/>
          </p:cNvSpPr>
          <p:nvPr>
            <p:ph type="dt" sz="half" idx="10"/>
          </p:nvPr>
        </p:nvSpPr>
        <p:spPr/>
        <p:txBody>
          <a:bodyPr/>
          <a:lstStyle/>
          <a:p>
            <a:fld id="{AC903215-77C8-EC4C-9261-505EDF699156}" type="datetimeFigureOut">
              <a:rPr lang="en-US" smtClean="0"/>
              <a:t>8/14/25</a:t>
            </a:fld>
            <a:endParaRPr lang="en-US"/>
          </a:p>
        </p:txBody>
      </p:sp>
      <p:sp>
        <p:nvSpPr>
          <p:cNvPr id="8" name="Footer Placeholder 7">
            <a:extLst>
              <a:ext uri="{FF2B5EF4-FFF2-40B4-BE49-F238E27FC236}">
                <a16:creationId xmlns:a16="http://schemas.microsoft.com/office/drawing/2014/main" id="{A3E6FB51-4A49-F4C1-C4C1-0A5FB29F87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87F0B19-E83F-9485-F085-A32D03E6DCEE}"/>
              </a:ext>
            </a:extLst>
          </p:cNvPr>
          <p:cNvSpPr>
            <a:spLocks noGrp="1"/>
          </p:cNvSpPr>
          <p:nvPr>
            <p:ph type="sldNum" sz="quarter" idx="12"/>
          </p:nvPr>
        </p:nvSpPr>
        <p:spPr/>
        <p:txBody>
          <a:bodyPr/>
          <a:lstStyle/>
          <a:p>
            <a:fld id="{87B29C8D-F7D1-0548-AB58-C34EABB392A6}" type="slidenum">
              <a:rPr lang="en-US" smtClean="0"/>
              <a:t>‹#›</a:t>
            </a:fld>
            <a:endParaRPr lang="en-US"/>
          </a:p>
        </p:txBody>
      </p:sp>
    </p:spTree>
    <p:extLst>
      <p:ext uri="{BB962C8B-B14F-4D97-AF65-F5344CB8AC3E}">
        <p14:creationId xmlns:p14="http://schemas.microsoft.com/office/powerpoint/2010/main" val="1702716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4FB81-620E-69EC-2C75-DA1A91E66B0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DE89FE-A273-9BBF-8050-F93A627A9BEE}"/>
              </a:ext>
            </a:extLst>
          </p:cNvPr>
          <p:cNvSpPr>
            <a:spLocks noGrp="1"/>
          </p:cNvSpPr>
          <p:nvPr>
            <p:ph type="dt" sz="half" idx="10"/>
          </p:nvPr>
        </p:nvSpPr>
        <p:spPr/>
        <p:txBody>
          <a:bodyPr/>
          <a:lstStyle/>
          <a:p>
            <a:fld id="{AC903215-77C8-EC4C-9261-505EDF699156}" type="datetimeFigureOut">
              <a:rPr lang="en-US" smtClean="0"/>
              <a:t>8/14/25</a:t>
            </a:fld>
            <a:endParaRPr lang="en-US"/>
          </a:p>
        </p:txBody>
      </p:sp>
      <p:sp>
        <p:nvSpPr>
          <p:cNvPr id="4" name="Footer Placeholder 3">
            <a:extLst>
              <a:ext uri="{FF2B5EF4-FFF2-40B4-BE49-F238E27FC236}">
                <a16:creationId xmlns:a16="http://schemas.microsoft.com/office/drawing/2014/main" id="{7E13AE37-4CFA-012B-E82F-80F0B91DD70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7511F42-FD55-6732-7FA3-E575301C0797}"/>
              </a:ext>
            </a:extLst>
          </p:cNvPr>
          <p:cNvSpPr>
            <a:spLocks noGrp="1"/>
          </p:cNvSpPr>
          <p:nvPr>
            <p:ph type="sldNum" sz="quarter" idx="12"/>
          </p:nvPr>
        </p:nvSpPr>
        <p:spPr/>
        <p:txBody>
          <a:bodyPr/>
          <a:lstStyle/>
          <a:p>
            <a:fld id="{87B29C8D-F7D1-0548-AB58-C34EABB392A6}" type="slidenum">
              <a:rPr lang="en-US" smtClean="0"/>
              <a:t>‹#›</a:t>
            </a:fld>
            <a:endParaRPr lang="en-US"/>
          </a:p>
        </p:txBody>
      </p:sp>
    </p:spTree>
    <p:extLst>
      <p:ext uri="{BB962C8B-B14F-4D97-AF65-F5344CB8AC3E}">
        <p14:creationId xmlns:p14="http://schemas.microsoft.com/office/powerpoint/2010/main" val="1685096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A0EBE6-4419-A304-7E2B-C6D2D5A401EC}"/>
              </a:ext>
            </a:extLst>
          </p:cNvPr>
          <p:cNvSpPr>
            <a:spLocks noGrp="1"/>
          </p:cNvSpPr>
          <p:nvPr>
            <p:ph type="dt" sz="half" idx="10"/>
          </p:nvPr>
        </p:nvSpPr>
        <p:spPr/>
        <p:txBody>
          <a:bodyPr/>
          <a:lstStyle/>
          <a:p>
            <a:fld id="{AC903215-77C8-EC4C-9261-505EDF699156}" type="datetimeFigureOut">
              <a:rPr lang="en-US" smtClean="0"/>
              <a:t>8/14/25</a:t>
            </a:fld>
            <a:endParaRPr lang="en-US"/>
          </a:p>
        </p:txBody>
      </p:sp>
      <p:sp>
        <p:nvSpPr>
          <p:cNvPr id="3" name="Footer Placeholder 2">
            <a:extLst>
              <a:ext uri="{FF2B5EF4-FFF2-40B4-BE49-F238E27FC236}">
                <a16:creationId xmlns:a16="http://schemas.microsoft.com/office/drawing/2014/main" id="{7FE2B56A-A8C7-D4EF-3FBA-5559FEA9E89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0AD7D3A-5FE4-2D41-D202-2FA488C374F6}"/>
              </a:ext>
            </a:extLst>
          </p:cNvPr>
          <p:cNvSpPr>
            <a:spLocks noGrp="1"/>
          </p:cNvSpPr>
          <p:nvPr>
            <p:ph type="sldNum" sz="quarter" idx="12"/>
          </p:nvPr>
        </p:nvSpPr>
        <p:spPr/>
        <p:txBody>
          <a:bodyPr/>
          <a:lstStyle/>
          <a:p>
            <a:fld id="{87B29C8D-F7D1-0548-AB58-C34EABB392A6}" type="slidenum">
              <a:rPr lang="en-US" smtClean="0"/>
              <a:t>‹#›</a:t>
            </a:fld>
            <a:endParaRPr lang="en-US"/>
          </a:p>
        </p:txBody>
      </p:sp>
    </p:spTree>
    <p:extLst>
      <p:ext uri="{BB962C8B-B14F-4D97-AF65-F5344CB8AC3E}">
        <p14:creationId xmlns:p14="http://schemas.microsoft.com/office/powerpoint/2010/main" val="3466402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FFE46-F602-7DA1-E008-4FE1F1197D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642000-3B93-2CE5-86EA-F84F327270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FB7F25-64D3-45DA-E81E-82DB49DD1C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C6F3AB-4234-C388-74CF-11E854FAE8FC}"/>
              </a:ext>
            </a:extLst>
          </p:cNvPr>
          <p:cNvSpPr>
            <a:spLocks noGrp="1"/>
          </p:cNvSpPr>
          <p:nvPr>
            <p:ph type="dt" sz="half" idx="10"/>
          </p:nvPr>
        </p:nvSpPr>
        <p:spPr/>
        <p:txBody>
          <a:bodyPr/>
          <a:lstStyle/>
          <a:p>
            <a:fld id="{AC903215-77C8-EC4C-9261-505EDF699156}" type="datetimeFigureOut">
              <a:rPr lang="en-US" smtClean="0"/>
              <a:t>8/14/25</a:t>
            </a:fld>
            <a:endParaRPr lang="en-US"/>
          </a:p>
        </p:txBody>
      </p:sp>
      <p:sp>
        <p:nvSpPr>
          <p:cNvPr id="6" name="Footer Placeholder 5">
            <a:extLst>
              <a:ext uri="{FF2B5EF4-FFF2-40B4-BE49-F238E27FC236}">
                <a16:creationId xmlns:a16="http://schemas.microsoft.com/office/drawing/2014/main" id="{D4A42A33-1DDE-732B-F321-2FEA11D9A5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2A305A-8EDB-8868-4442-1BF032249090}"/>
              </a:ext>
            </a:extLst>
          </p:cNvPr>
          <p:cNvSpPr>
            <a:spLocks noGrp="1"/>
          </p:cNvSpPr>
          <p:nvPr>
            <p:ph type="sldNum" sz="quarter" idx="12"/>
          </p:nvPr>
        </p:nvSpPr>
        <p:spPr/>
        <p:txBody>
          <a:bodyPr/>
          <a:lstStyle/>
          <a:p>
            <a:fld id="{87B29C8D-F7D1-0548-AB58-C34EABB392A6}" type="slidenum">
              <a:rPr lang="en-US" smtClean="0"/>
              <a:t>‹#›</a:t>
            </a:fld>
            <a:endParaRPr lang="en-US"/>
          </a:p>
        </p:txBody>
      </p:sp>
    </p:spTree>
    <p:extLst>
      <p:ext uri="{BB962C8B-B14F-4D97-AF65-F5344CB8AC3E}">
        <p14:creationId xmlns:p14="http://schemas.microsoft.com/office/powerpoint/2010/main" val="981726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7614C-BCDB-FAA8-DA10-A0A289A23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BB39B0-12DB-47F3-BCD5-036621E4C3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A03CBF-AA1C-8523-8CEF-0D79F7BB96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F827E3-51B3-5634-9CE4-BA1186EB2109}"/>
              </a:ext>
            </a:extLst>
          </p:cNvPr>
          <p:cNvSpPr>
            <a:spLocks noGrp="1"/>
          </p:cNvSpPr>
          <p:nvPr>
            <p:ph type="dt" sz="half" idx="10"/>
          </p:nvPr>
        </p:nvSpPr>
        <p:spPr/>
        <p:txBody>
          <a:bodyPr/>
          <a:lstStyle/>
          <a:p>
            <a:fld id="{AC903215-77C8-EC4C-9261-505EDF699156}" type="datetimeFigureOut">
              <a:rPr lang="en-US" smtClean="0"/>
              <a:t>8/14/25</a:t>
            </a:fld>
            <a:endParaRPr lang="en-US"/>
          </a:p>
        </p:txBody>
      </p:sp>
      <p:sp>
        <p:nvSpPr>
          <p:cNvPr id="6" name="Footer Placeholder 5">
            <a:extLst>
              <a:ext uri="{FF2B5EF4-FFF2-40B4-BE49-F238E27FC236}">
                <a16:creationId xmlns:a16="http://schemas.microsoft.com/office/drawing/2014/main" id="{E8C2A80B-95F5-E7C4-6EF6-D7F8CE7222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061367-53C0-F20B-A368-8979E4562FDE}"/>
              </a:ext>
            </a:extLst>
          </p:cNvPr>
          <p:cNvSpPr>
            <a:spLocks noGrp="1"/>
          </p:cNvSpPr>
          <p:nvPr>
            <p:ph type="sldNum" sz="quarter" idx="12"/>
          </p:nvPr>
        </p:nvSpPr>
        <p:spPr/>
        <p:txBody>
          <a:bodyPr/>
          <a:lstStyle/>
          <a:p>
            <a:fld id="{87B29C8D-F7D1-0548-AB58-C34EABB392A6}" type="slidenum">
              <a:rPr lang="en-US" smtClean="0"/>
              <a:t>‹#›</a:t>
            </a:fld>
            <a:endParaRPr lang="en-US"/>
          </a:p>
        </p:txBody>
      </p:sp>
    </p:spTree>
    <p:extLst>
      <p:ext uri="{BB962C8B-B14F-4D97-AF65-F5344CB8AC3E}">
        <p14:creationId xmlns:p14="http://schemas.microsoft.com/office/powerpoint/2010/main" val="402900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D50F6-A883-6200-4E71-FAB3445EF57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B3CB2C-4480-7BB3-928C-70EC2DBA66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A27968-D8A1-83B5-ADD9-22EF977149C3}"/>
              </a:ext>
            </a:extLst>
          </p:cNvPr>
          <p:cNvSpPr>
            <a:spLocks noGrp="1"/>
          </p:cNvSpPr>
          <p:nvPr>
            <p:ph type="dt" sz="half" idx="10"/>
          </p:nvPr>
        </p:nvSpPr>
        <p:spPr/>
        <p:txBody>
          <a:bodyPr/>
          <a:lstStyle/>
          <a:p>
            <a:fld id="{AC903215-77C8-EC4C-9261-505EDF699156}" type="datetimeFigureOut">
              <a:rPr lang="en-US" smtClean="0"/>
              <a:t>8/14/25</a:t>
            </a:fld>
            <a:endParaRPr lang="en-US"/>
          </a:p>
        </p:txBody>
      </p:sp>
      <p:sp>
        <p:nvSpPr>
          <p:cNvPr id="5" name="Footer Placeholder 4">
            <a:extLst>
              <a:ext uri="{FF2B5EF4-FFF2-40B4-BE49-F238E27FC236}">
                <a16:creationId xmlns:a16="http://schemas.microsoft.com/office/drawing/2014/main" id="{16693218-AC08-A101-E84F-2B0EE61CAC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425034-4428-F714-FBBB-1ADB339F3775}"/>
              </a:ext>
            </a:extLst>
          </p:cNvPr>
          <p:cNvSpPr>
            <a:spLocks noGrp="1"/>
          </p:cNvSpPr>
          <p:nvPr>
            <p:ph type="sldNum" sz="quarter" idx="12"/>
          </p:nvPr>
        </p:nvSpPr>
        <p:spPr/>
        <p:txBody>
          <a:bodyPr/>
          <a:lstStyle/>
          <a:p>
            <a:fld id="{87B29C8D-F7D1-0548-AB58-C34EABB392A6}" type="slidenum">
              <a:rPr lang="en-US" smtClean="0"/>
              <a:t>‹#›</a:t>
            </a:fld>
            <a:endParaRPr lang="en-US"/>
          </a:p>
        </p:txBody>
      </p:sp>
    </p:spTree>
    <p:extLst>
      <p:ext uri="{BB962C8B-B14F-4D97-AF65-F5344CB8AC3E}">
        <p14:creationId xmlns:p14="http://schemas.microsoft.com/office/powerpoint/2010/main" val="3016964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B1532D-9845-7711-A5E3-7F6FC8543F3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5075553-426B-41E2-7454-8031B23D50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18119B-8458-BCD0-2DA9-D175C67D5702}"/>
              </a:ext>
            </a:extLst>
          </p:cNvPr>
          <p:cNvSpPr>
            <a:spLocks noGrp="1"/>
          </p:cNvSpPr>
          <p:nvPr>
            <p:ph type="dt" sz="half" idx="10"/>
          </p:nvPr>
        </p:nvSpPr>
        <p:spPr/>
        <p:txBody>
          <a:bodyPr/>
          <a:lstStyle/>
          <a:p>
            <a:fld id="{AC903215-77C8-EC4C-9261-505EDF699156}" type="datetimeFigureOut">
              <a:rPr lang="en-US" smtClean="0"/>
              <a:t>8/14/25</a:t>
            </a:fld>
            <a:endParaRPr lang="en-US"/>
          </a:p>
        </p:txBody>
      </p:sp>
      <p:sp>
        <p:nvSpPr>
          <p:cNvPr id="5" name="Footer Placeholder 4">
            <a:extLst>
              <a:ext uri="{FF2B5EF4-FFF2-40B4-BE49-F238E27FC236}">
                <a16:creationId xmlns:a16="http://schemas.microsoft.com/office/drawing/2014/main" id="{07B11780-6CCF-1198-E783-4FE29D5C4C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1D2D6C-63EA-2AFA-6304-10C36586E127}"/>
              </a:ext>
            </a:extLst>
          </p:cNvPr>
          <p:cNvSpPr>
            <a:spLocks noGrp="1"/>
          </p:cNvSpPr>
          <p:nvPr>
            <p:ph type="sldNum" sz="quarter" idx="12"/>
          </p:nvPr>
        </p:nvSpPr>
        <p:spPr/>
        <p:txBody>
          <a:bodyPr/>
          <a:lstStyle/>
          <a:p>
            <a:fld id="{87B29C8D-F7D1-0548-AB58-C34EABB392A6}" type="slidenum">
              <a:rPr lang="en-US" smtClean="0"/>
              <a:t>‹#›</a:t>
            </a:fld>
            <a:endParaRPr lang="en-US"/>
          </a:p>
        </p:txBody>
      </p:sp>
    </p:spTree>
    <p:extLst>
      <p:ext uri="{BB962C8B-B14F-4D97-AF65-F5344CB8AC3E}">
        <p14:creationId xmlns:p14="http://schemas.microsoft.com/office/powerpoint/2010/main" val="4157511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2FAA05-371F-6B79-9AD6-42A4CA0C27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980C71-1711-F159-EF1B-07A33BFD05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21F1FD-34C2-49ED-F6CA-2481114D3B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903215-77C8-EC4C-9261-505EDF699156}" type="datetimeFigureOut">
              <a:rPr lang="en-US" smtClean="0"/>
              <a:t>8/14/25</a:t>
            </a:fld>
            <a:endParaRPr lang="en-US"/>
          </a:p>
        </p:txBody>
      </p:sp>
      <p:sp>
        <p:nvSpPr>
          <p:cNvPr id="5" name="Footer Placeholder 4">
            <a:extLst>
              <a:ext uri="{FF2B5EF4-FFF2-40B4-BE49-F238E27FC236}">
                <a16:creationId xmlns:a16="http://schemas.microsoft.com/office/drawing/2014/main" id="{E2B62F5F-B18F-0D2B-3BF4-D9C68893F5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F4A5455-9CF4-DCEC-2BF9-0E558B6292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B29C8D-F7D1-0548-AB58-C34EABB392A6}" type="slidenum">
              <a:rPr lang="en-US" smtClean="0"/>
              <a:t>‹#›</a:t>
            </a:fld>
            <a:endParaRPr lang="en-US"/>
          </a:p>
        </p:txBody>
      </p:sp>
    </p:spTree>
    <p:extLst>
      <p:ext uri="{BB962C8B-B14F-4D97-AF65-F5344CB8AC3E}">
        <p14:creationId xmlns:p14="http://schemas.microsoft.com/office/powerpoint/2010/main" val="1761911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E3855-97E6-FEED-C101-3629A7CFE809}"/>
              </a:ext>
            </a:extLst>
          </p:cNvPr>
          <p:cNvSpPr>
            <a:spLocks noGrp="1"/>
          </p:cNvSpPr>
          <p:nvPr>
            <p:ph type="ctrTitle"/>
          </p:nvPr>
        </p:nvSpPr>
        <p:spPr/>
        <p:txBody>
          <a:bodyPr/>
          <a:lstStyle/>
          <a:p>
            <a:r>
              <a:rPr lang="en-US" dirty="0"/>
              <a:t>6. Programming Online Experiments in </a:t>
            </a:r>
            <a:r>
              <a:rPr lang="en-US" dirty="0" err="1"/>
              <a:t>PsychoPy</a:t>
            </a:r>
            <a:endParaRPr lang="en-US" dirty="0"/>
          </a:p>
        </p:txBody>
      </p:sp>
      <p:sp>
        <p:nvSpPr>
          <p:cNvPr id="3" name="Subtitle 2">
            <a:extLst>
              <a:ext uri="{FF2B5EF4-FFF2-40B4-BE49-F238E27FC236}">
                <a16:creationId xmlns:a16="http://schemas.microsoft.com/office/drawing/2014/main" id="{891C1B4D-2D3D-3DF6-926B-6072DEE938B0}"/>
              </a:ext>
            </a:extLst>
          </p:cNvPr>
          <p:cNvSpPr>
            <a:spLocks noGrp="1"/>
          </p:cNvSpPr>
          <p:nvPr>
            <p:ph type="subTitle" idx="1"/>
          </p:nvPr>
        </p:nvSpPr>
        <p:spPr/>
        <p:txBody>
          <a:bodyPr>
            <a:normAutofit lnSpcReduction="10000"/>
          </a:bodyPr>
          <a:lstStyle/>
          <a:p>
            <a:r>
              <a:rPr lang="en-US" dirty="0"/>
              <a:t>PSYC 5P02</a:t>
            </a:r>
          </a:p>
          <a:p>
            <a:r>
              <a:rPr lang="en-US" dirty="0"/>
              <a:t>Computer Programming for Experimental Psychology</a:t>
            </a:r>
          </a:p>
          <a:p>
            <a:r>
              <a:rPr lang="en-US" dirty="0"/>
              <a:t>Stephen Emrich</a:t>
            </a:r>
          </a:p>
          <a:p>
            <a:r>
              <a:rPr lang="en-US" dirty="0"/>
              <a:t>Brock University</a:t>
            </a:r>
          </a:p>
          <a:p>
            <a:endParaRPr lang="en-US" dirty="0"/>
          </a:p>
        </p:txBody>
      </p:sp>
    </p:spTree>
    <p:extLst>
      <p:ext uri="{BB962C8B-B14F-4D97-AF65-F5344CB8AC3E}">
        <p14:creationId xmlns:p14="http://schemas.microsoft.com/office/powerpoint/2010/main" val="322643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92F95-A639-0413-429E-E805878A9919}"/>
              </a:ext>
            </a:extLst>
          </p:cNvPr>
          <p:cNvSpPr>
            <a:spLocks noGrp="1"/>
          </p:cNvSpPr>
          <p:nvPr>
            <p:ph type="title"/>
          </p:nvPr>
        </p:nvSpPr>
        <p:spPr/>
        <p:txBody>
          <a:bodyPr/>
          <a:lstStyle/>
          <a:p>
            <a:r>
              <a:rPr lang="en-US" dirty="0"/>
              <a:t>Online Experiments</a:t>
            </a:r>
          </a:p>
        </p:txBody>
      </p:sp>
      <p:sp>
        <p:nvSpPr>
          <p:cNvPr id="3" name="Content Placeholder 2">
            <a:extLst>
              <a:ext uri="{FF2B5EF4-FFF2-40B4-BE49-F238E27FC236}">
                <a16:creationId xmlns:a16="http://schemas.microsoft.com/office/drawing/2014/main" id="{F9EAA6BE-3104-E278-F5D8-60AF5C0A3B18}"/>
              </a:ext>
            </a:extLst>
          </p:cNvPr>
          <p:cNvSpPr>
            <a:spLocks noGrp="1"/>
          </p:cNvSpPr>
          <p:nvPr>
            <p:ph idx="1"/>
          </p:nvPr>
        </p:nvSpPr>
        <p:spPr>
          <a:xfrm>
            <a:off x="838200" y="1825625"/>
            <a:ext cx="10204048" cy="4351338"/>
          </a:xfrm>
        </p:spPr>
        <p:txBody>
          <a:bodyPr/>
          <a:lstStyle/>
          <a:p>
            <a:r>
              <a:rPr lang="en-US" dirty="0"/>
              <a:t>You can (fairly) easily create on-line </a:t>
            </a:r>
            <a:br>
              <a:rPr lang="en-US" dirty="0"/>
            </a:br>
            <a:r>
              <a:rPr lang="en-US" dirty="0"/>
              <a:t>experiments using </a:t>
            </a:r>
            <a:r>
              <a:rPr lang="en-US" dirty="0" err="1"/>
              <a:t>Psychopy</a:t>
            </a:r>
            <a:endParaRPr lang="en-US" dirty="0"/>
          </a:p>
          <a:p>
            <a:endParaRPr lang="en-US" dirty="0"/>
          </a:p>
          <a:p>
            <a:r>
              <a:rPr lang="en-US" dirty="0"/>
              <a:t>To do so you </a:t>
            </a:r>
            <a:r>
              <a:rPr lang="en-US" b="1" dirty="0"/>
              <a:t>must</a:t>
            </a:r>
            <a:r>
              <a:rPr lang="en-US" dirty="0"/>
              <a:t> use the builder view</a:t>
            </a:r>
          </a:p>
          <a:p>
            <a:pPr lvl="1"/>
            <a:r>
              <a:rPr lang="en-US" dirty="0"/>
              <a:t>Has procedures for converting the python code into java script (</a:t>
            </a:r>
            <a:r>
              <a:rPr lang="en-US" dirty="0" err="1"/>
              <a:t>PsychoJS</a:t>
            </a:r>
            <a:r>
              <a:rPr lang="en-US" dirty="0"/>
              <a:t>)</a:t>
            </a:r>
          </a:p>
          <a:p>
            <a:pPr lvl="1"/>
            <a:r>
              <a:rPr lang="en-US" dirty="0"/>
              <a:t>This means you should be very careful about modifying the code directly or it may not translate</a:t>
            </a:r>
          </a:p>
          <a:p>
            <a:endParaRPr lang="en-US" dirty="0"/>
          </a:p>
          <a:p>
            <a:r>
              <a:rPr lang="en-US" dirty="0"/>
              <a:t>Not all functions can be handled by </a:t>
            </a:r>
            <a:r>
              <a:rPr lang="en-US" dirty="0" err="1"/>
              <a:t>PsychoJS</a:t>
            </a:r>
            <a:r>
              <a:rPr lang="en-US" dirty="0"/>
              <a:t>/java script!</a:t>
            </a:r>
          </a:p>
        </p:txBody>
      </p:sp>
      <p:pic>
        <p:nvPicPr>
          <p:cNvPr id="1026" name="Picture 2" descr="PsychoPy Logo">
            <a:extLst>
              <a:ext uri="{FF2B5EF4-FFF2-40B4-BE49-F238E27FC236}">
                <a16:creationId xmlns:a16="http://schemas.microsoft.com/office/drawing/2014/main" id="{BAFB1CA2-9BF5-C825-79E2-64BED7E53F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3043" y="1442011"/>
            <a:ext cx="4418542" cy="1325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8997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989DE-1EE2-9690-7D5E-1D72FA2AAE7D}"/>
              </a:ext>
            </a:extLst>
          </p:cNvPr>
          <p:cNvSpPr>
            <a:spLocks noGrp="1"/>
          </p:cNvSpPr>
          <p:nvPr>
            <p:ph type="title"/>
          </p:nvPr>
        </p:nvSpPr>
        <p:spPr/>
        <p:txBody>
          <a:bodyPr/>
          <a:lstStyle/>
          <a:p>
            <a:r>
              <a:rPr lang="en-US" dirty="0" err="1"/>
              <a:t>Pavlovia</a:t>
            </a:r>
            <a:endParaRPr lang="en-US" dirty="0"/>
          </a:p>
        </p:txBody>
      </p:sp>
      <p:sp>
        <p:nvSpPr>
          <p:cNvPr id="3" name="Content Placeholder 2">
            <a:extLst>
              <a:ext uri="{FF2B5EF4-FFF2-40B4-BE49-F238E27FC236}">
                <a16:creationId xmlns:a16="http://schemas.microsoft.com/office/drawing/2014/main" id="{1FC856FD-7499-BF50-4B06-283969F4D985}"/>
              </a:ext>
            </a:extLst>
          </p:cNvPr>
          <p:cNvSpPr>
            <a:spLocks noGrp="1"/>
          </p:cNvSpPr>
          <p:nvPr>
            <p:ph idx="1"/>
          </p:nvPr>
        </p:nvSpPr>
        <p:spPr>
          <a:xfrm>
            <a:off x="838200" y="1825625"/>
            <a:ext cx="4693170" cy="4351338"/>
          </a:xfrm>
        </p:spPr>
        <p:txBody>
          <a:bodyPr>
            <a:normAutofit fontScale="92500" lnSpcReduction="20000"/>
          </a:bodyPr>
          <a:lstStyle/>
          <a:p>
            <a:r>
              <a:rPr lang="en-US" dirty="0"/>
              <a:t>To run experiments online the need to be hosted on Pavlova</a:t>
            </a:r>
          </a:p>
          <a:p>
            <a:endParaRPr lang="en-US" dirty="0"/>
          </a:p>
          <a:p>
            <a:r>
              <a:rPr lang="en-US" dirty="0"/>
              <a:t>Experiments can then be linked to Sona, </a:t>
            </a:r>
            <a:r>
              <a:rPr lang="en-US" dirty="0" err="1"/>
              <a:t>mTurk</a:t>
            </a:r>
            <a:r>
              <a:rPr lang="en-US" dirty="0"/>
              <a:t>, Prolific</a:t>
            </a:r>
          </a:p>
          <a:p>
            <a:endParaRPr lang="en-US" dirty="0"/>
          </a:p>
          <a:p>
            <a:r>
              <a:rPr lang="en-US" dirty="0"/>
              <a:t>Can store your work in the GitLab repository</a:t>
            </a:r>
          </a:p>
          <a:p>
            <a:endParaRPr lang="en-US" dirty="0"/>
          </a:p>
          <a:p>
            <a:r>
              <a:rPr lang="en-US" dirty="0"/>
              <a:t>Has a database of freely available experiments</a:t>
            </a:r>
          </a:p>
        </p:txBody>
      </p:sp>
      <p:pic>
        <p:nvPicPr>
          <p:cNvPr id="4" name="Picture 3">
            <a:extLst>
              <a:ext uri="{FF2B5EF4-FFF2-40B4-BE49-F238E27FC236}">
                <a16:creationId xmlns:a16="http://schemas.microsoft.com/office/drawing/2014/main" id="{98B22FAA-FDF2-9DD1-77A0-A801E67BBB2A}"/>
              </a:ext>
            </a:extLst>
          </p:cNvPr>
          <p:cNvPicPr>
            <a:picLocks noChangeAspect="1"/>
          </p:cNvPicPr>
          <p:nvPr/>
        </p:nvPicPr>
        <p:blipFill>
          <a:blip r:embed="rId2"/>
          <a:srcRect r="30059"/>
          <a:stretch>
            <a:fillRect/>
          </a:stretch>
        </p:blipFill>
        <p:spPr>
          <a:xfrm>
            <a:off x="6096000" y="2021341"/>
            <a:ext cx="5696262" cy="3959905"/>
          </a:xfrm>
          <a:prstGeom prst="rect">
            <a:avLst/>
          </a:prstGeom>
        </p:spPr>
      </p:pic>
    </p:spTree>
    <p:extLst>
      <p:ext uri="{BB962C8B-B14F-4D97-AF65-F5344CB8AC3E}">
        <p14:creationId xmlns:p14="http://schemas.microsoft.com/office/powerpoint/2010/main" val="3423004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17F7-F6FD-801D-AB82-AF3A3543D9E9}"/>
              </a:ext>
            </a:extLst>
          </p:cNvPr>
          <p:cNvSpPr>
            <a:spLocks noGrp="1"/>
          </p:cNvSpPr>
          <p:nvPr>
            <p:ph type="title"/>
          </p:nvPr>
        </p:nvSpPr>
        <p:spPr/>
        <p:txBody>
          <a:bodyPr/>
          <a:lstStyle/>
          <a:p>
            <a:r>
              <a:rPr lang="en-US" dirty="0" err="1"/>
              <a:t>PsychoPy</a:t>
            </a:r>
            <a:r>
              <a:rPr lang="en-US" dirty="0"/>
              <a:t> Experiments in Builder</a:t>
            </a:r>
          </a:p>
        </p:txBody>
      </p:sp>
      <p:sp>
        <p:nvSpPr>
          <p:cNvPr id="3" name="Content Placeholder 2">
            <a:extLst>
              <a:ext uri="{FF2B5EF4-FFF2-40B4-BE49-F238E27FC236}">
                <a16:creationId xmlns:a16="http://schemas.microsoft.com/office/drawing/2014/main" id="{450A58DC-354D-D34B-7BC2-A7C4B90D2712}"/>
              </a:ext>
            </a:extLst>
          </p:cNvPr>
          <p:cNvSpPr>
            <a:spLocks noGrp="1"/>
          </p:cNvSpPr>
          <p:nvPr>
            <p:ph idx="1"/>
          </p:nvPr>
        </p:nvSpPr>
        <p:spPr>
          <a:xfrm>
            <a:off x="838200" y="1825625"/>
            <a:ext cx="3374036" cy="4351338"/>
          </a:xfrm>
        </p:spPr>
        <p:txBody>
          <a:bodyPr>
            <a:normAutofit fontScale="92500" lnSpcReduction="20000"/>
          </a:bodyPr>
          <a:lstStyle/>
          <a:p>
            <a:r>
              <a:rPr lang="en-US" dirty="0"/>
              <a:t>Your experiment is comprised of </a:t>
            </a:r>
            <a:r>
              <a:rPr lang="en-US" b="1" dirty="0"/>
              <a:t>routines</a:t>
            </a:r>
            <a:r>
              <a:rPr lang="en-US" dirty="0"/>
              <a:t> and </a:t>
            </a:r>
            <a:r>
              <a:rPr lang="en-US" b="1" dirty="0"/>
              <a:t>components</a:t>
            </a:r>
          </a:p>
          <a:p>
            <a:endParaRPr lang="en-US" dirty="0"/>
          </a:p>
          <a:p>
            <a:r>
              <a:rPr lang="en-US" dirty="0"/>
              <a:t>Routines are organized within the </a:t>
            </a:r>
            <a:r>
              <a:rPr lang="en-US" b="1" dirty="0"/>
              <a:t>flow</a:t>
            </a:r>
            <a:endParaRPr lang="en-US" dirty="0"/>
          </a:p>
          <a:p>
            <a:endParaRPr lang="en-US" dirty="0"/>
          </a:p>
          <a:p>
            <a:r>
              <a:rPr lang="en-US" dirty="0"/>
              <a:t>Parameters of each component configured within a routine</a:t>
            </a:r>
          </a:p>
        </p:txBody>
      </p:sp>
      <p:pic>
        <p:nvPicPr>
          <p:cNvPr id="4" name="Picture 3">
            <a:extLst>
              <a:ext uri="{FF2B5EF4-FFF2-40B4-BE49-F238E27FC236}">
                <a16:creationId xmlns:a16="http://schemas.microsoft.com/office/drawing/2014/main" id="{98B98DBC-18AD-44CD-8991-26AEBCADAFC9}"/>
              </a:ext>
            </a:extLst>
          </p:cNvPr>
          <p:cNvPicPr>
            <a:picLocks noChangeAspect="1"/>
          </p:cNvPicPr>
          <p:nvPr/>
        </p:nvPicPr>
        <p:blipFill>
          <a:blip r:embed="rId2"/>
          <a:stretch>
            <a:fillRect/>
          </a:stretch>
        </p:blipFill>
        <p:spPr>
          <a:xfrm>
            <a:off x="4639134" y="1825625"/>
            <a:ext cx="7552866" cy="4059161"/>
          </a:xfrm>
          <a:prstGeom prst="rect">
            <a:avLst/>
          </a:prstGeom>
        </p:spPr>
      </p:pic>
    </p:spTree>
    <p:extLst>
      <p:ext uri="{BB962C8B-B14F-4D97-AF65-F5344CB8AC3E}">
        <p14:creationId xmlns:p14="http://schemas.microsoft.com/office/powerpoint/2010/main" val="12402101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4D589-C062-962B-1F9E-FBEBBE6891D1}"/>
              </a:ext>
            </a:extLst>
          </p:cNvPr>
          <p:cNvSpPr>
            <a:spLocks noGrp="1"/>
          </p:cNvSpPr>
          <p:nvPr>
            <p:ph type="title"/>
          </p:nvPr>
        </p:nvSpPr>
        <p:spPr/>
        <p:txBody>
          <a:bodyPr/>
          <a:lstStyle/>
          <a:p>
            <a:r>
              <a:rPr lang="en-US" dirty="0"/>
              <a:t>Add a Routine</a:t>
            </a:r>
          </a:p>
        </p:txBody>
      </p:sp>
      <p:sp>
        <p:nvSpPr>
          <p:cNvPr id="3" name="Content Placeholder 2">
            <a:extLst>
              <a:ext uri="{FF2B5EF4-FFF2-40B4-BE49-F238E27FC236}">
                <a16:creationId xmlns:a16="http://schemas.microsoft.com/office/drawing/2014/main" id="{5EC4C088-4AC8-E876-057A-ED928282DA07}"/>
              </a:ext>
            </a:extLst>
          </p:cNvPr>
          <p:cNvSpPr>
            <a:spLocks noGrp="1"/>
          </p:cNvSpPr>
          <p:nvPr>
            <p:ph idx="1"/>
          </p:nvPr>
        </p:nvSpPr>
        <p:spPr>
          <a:xfrm>
            <a:off x="838200" y="1825625"/>
            <a:ext cx="4738141" cy="4351338"/>
          </a:xfrm>
        </p:spPr>
        <p:txBody>
          <a:bodyPr/>
          <a:lstStyle/>
          <a:p>
            <a:r>
              <a:rPr lang="en-US" dirty="0"/>
              <a:t>Start by making a new Routine and name it “Instructions”</a:t>
            </a:r>
          </a:p>
          <a:p>
            <a:endParaRPr lang="en-US" dirty="0"/>
          </a:p>
          <a:p>
            <a:r>
              <a:rPr lang="en-US" dirty="0"/>
              <a:t>You then indicate where in the flow you want it go</a:t>
            </a:r>
          </a:p>
        </p:txBody>
      </p:sp>
      <p:pic>
        <p:nvPicPr>
          <p:cNvPr id="4" name="Picture 3">
            <a:extLst>
              <a:ext uri="{FF2B5EF4-FFF2-40B4-BE49-F238E27FC236}">
                <a16:creationId xmlns:a16="http://schemas.microsoft.com/office/drawing/2014/main" id="{549591B5-EA52-2309-4CEA-2938E39B045D}"/>
              </a:ext>
            </a:extLst>
          </p:cNvPr>
          <p:cNvPicPr>
            <a:picLocks noChangeAspect="1"/>
          </p:cNvPicPr>
          <p:nvPr/>
        </p:nvPicPr>
        <p:blipFill>
          <a:blip r:embed="rId2"/>
          <a:stretch>
            <a:fillRect/>
          </a:stretch>
        </p:blipFill>
        <p:spPr>
          <a:xfrm>
            <a:off x="6615659" y="1825625"/>
            <a:ext cx="4738141" cy="3852652"/>
          </a:xfrm>
          <a:prstGeom prst="rect">
            <a:avLst/>
          </a:prstGeom>
        </p:spPr>
      </p:pic>
      <p:pic>
        <p:nvPicPr>
          <p:cNvPr id="5" name="Picture 4">
            <a:extLst>
              <a:ext uri="{FF2B5EF4-FFF2-40B4-BE49-F238E27FC236}">
                <a16:creationId xmlns:a16="http://schemas.microsoft.com/office/drawing/2014/main" id="{EC388278-18A9-C89E-FAFD-B45A680E063B}"/>
              </a:ext>
            </a:extLst>
          </p:cNvPr>
          <p:cNvPicPr>
            <a:picLocks noChangeAspect="1"/>
          </p:cNvPicPr>
          <p:nvPr/>
        </p:nvPicPr>
        <p:blipFill>
          <a:blip r:embed="rId3"/>
          <a:stretch>
            <a:fillRect/>
          </a:stretch>
        </p:blipFill>
        <p:spPr>
          <a:xfrm>
            <a:off x="2194185" y="5252827"/>
            <a:ext cx="1447800" cy="850900"/>
          </a:xfrm>
          <a:prstGeom prst="rect">
            <a:avLst/>
          </a:prstGeom>
        </p:spPr>
      </p:pic>
    </p:spTree>
    <p:extLst>
      <p:ext uri="{BB962C8B-B14F-4D97-AF65-F5344CB8AC3E}">
        <p14:creationId xmlns:p14="http://schemas.microsoft.com/office/powerpoint/2010/main" val="1744963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2A32C-52EA-80CF-1F01-CA83D06039CB}"/>
              </a:ext>
            </a:extLst>
          </p:cNvPr>
          <p:cNvSpPr>
            <a:spLocks noGrp="1"/>
          </p:cNvSpPr>
          <p:nvPr>
            <p:ph type="title"/>
          </p:nvPr>
        </p:nvSpPr>
        <p:spPr/>
        <p:txBody>
          <a:bodyPr/>
          <a:lstStyle/>
          <a:p>
            <a:r>
              <a:rPr lang="en-US" dirty="0"/>
              <a:t>Add a component</a:t>
            </a:r>
          </a:p>
        </p:txBody>
      </p:sp>
      <p:sp>
        <p:nvSpPr>
          <p:cNvPr id="3" name="Content Placeholder 2">
            <a:extLst>
              <a:ext uri="{FF2B5EF4-FFF2-40B4-BE49-F238E27FC236}">
                <a16:creationId xmlns:a16="http://schemas.microsoft.com/office/drawing/2014/main" id="{DA8995CA-8740-E73C-5944-5535FE45A6F6}"/>
              </a:ext>
            </a:extLst>
          </p:cNvPr>
          <p:cNvSpPr>
            <a:spLocks noGrp="1"/>
          </p:cNvSpPr>
          <p:nvPr>
            <p:ph idx="1"/>
          </p:nvPr>
        </p:nvSpPr>
        <p:spPr>
          <a:xfrm>
            <a:off x="838200" y="1825625"/>
            <a:ext cx="5457669" cy="4351338"/>
          </a:xfrm>
        </p:spPr>
        <p:txBody>
          <a:bodyPr>
            <a:normAutofit fontScale="92500" lnSpcReduction="20000"/>
          </a:bodyPr>
          <a:lstStyle/>
          <a:p>
            <a:r>
              <a:rPr lang="en-US" dirty="0"/>
              <a:t>Add a </a:t>
            </a:r>
            <a:r>
              <a:rPr lang="en-US" i="1" dirty="0"/>
              <a:t>Textbox</a:t>
            </a:r>
            <a:r>
              <a:rPr lang="en-US" dirty="0"/>
              <a:t> component to your instructions routine</a:t>
            </a:r>
          </a:p>
          <a:p>
            <a:endParaRPr lang="en-US" dirty="0"/>
          </a:p>
          <a:p>
            <a:r>
              <a:rPr lang="en-US" dirty="0"/>
              <a:t>Each component you create will have a series of properties that you can modify to suit your experiment</a:t>
            </a:r>
          </a:p>
          <a:p>
            <a:endParaRPr lang="en-US" dirty="0"/>
          </a:p>
          <a:p>
            <a:r>
              <a:rPr lang="en-US" dirty="0"/>
              <a:t>Be sure to give it a meaningful name as we may need to use it later (e.g., ‘</a:t>
            </a:r>
            <a:r>
              <a:rPr lang="en-US" dirty="0" err="1"/>
              <a:t>instruct_txt</a:t>
            </a:r>
            <a:r>
              <a:rPr lang="en-US" dirty="0"/>
              <a:t>’)</a:t>
            </a:r>
          </a:p>
          <a:p>
            <a:endParaRPr lang="en-US" dirty="0"/>
          </a:p>
          <a:p>
            <a:r>
              <a:rPr lang="en-US" dirty="0"/>
              <a:t>Leave duration blank for now</a:t>
            </a:r>
          </a:p>
        </p:txBody>
      </p:sp>
      <p:pic>
        <p:nvPicPr>
          <p:cNvPr id="4" name="Picture 3">
            <a:extLst>
              <a:ext uri="{FF2B5EF4-FFF2-40B4-BE49-F238E27FC236}">
                <a16:creationId xmlns:a16="http://schemas.microsoft.com/office/drawing/2014/main" id="{60CD1276-3D72-FD3E-F2C1-C9174B673CE5}"/>
              </a:ext>
            </a:extLst>
          </p:cNvPr>
          <p:cNvPicPr>
            <a:picLocks noChangeAspect="1"/>
          </p:cNvPicPr>
          <p:nvPr/>
        </p:nvPicPr>
        <p:blipFill>
          <a:blip r:embed="rId2"/>
          <a:stretch>
            <a:fillRect/>
          </a:stretch>
        </p:blipFill>
        <p:spPr>
          <a:xfrm>
            <a:off x="6426095" y="1573967"/>
            <a:ext cx="5465575" cy="4614239"/>
          </a:xfrm>
          <a:prstGeom prst="rect">
            <a:avLst/>
          </a:prstGeom>
        </p:spPr>
      </p:pic>
    </p:spTree>
    <p:extLst>
      <p:ext uri="{BB962C8B-B14F-4D97-AF65-F5344CB8AC3E}">
        <p14:creationId xmlns:p14="http://schemas.microsoft.com/office/powerpoint/2010/main" val="3180649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2A925-D193-2974-EC49-1A00F3DB7777}"/>
              </a:ext>
            </a:extLst>
          </p:cNvPr>
          <p:cNvSpPr>
            <a:spLocks noGrp="1"/>
          </p:cNvSpPr>
          <p:nvPr>
            <p:ph type="title"/>
          </p:nvPr>
        </p:nvSpPr>
        <p:spPr/>
        <p:txBody>
          <a:bodyPr/>
          <a:lstStyle/>
          <a:p>
            <a:r>
              <a:rPr lang="en-US" dirty="0"/>
              <a:t>Get a response</a:t>
            </a:r>
          </a:p>
        </p:txBody>
      </p:sp>
      <p:sp>
        <p:nvSpPr>
          <p:cNvPr id="3" name="Content Placeholder 2">
            <a:extLst>
              <a:ext uri="{FF2B5EF4-FFF2-40B4-BE49-F238E27FC236}">
                <a16:creationId xmlns:a16="http://schemas.microsoft.com/office/drawing/2014/main" id="{206F6521-B68F-A333-13DA-FC6BDB5E9036}"/>
              </a:ext>
            </a:extLst>
          </p:cNvPr>
          <p:cNvSpPr>
            <a:spLocks noGrp="1"/>
          </p:cNvSpPr>
          <p:nvPr>
            <p:ph idx="1"/>
          </p:nvPr>
        </p:nvSpPr>
        <p:spPr>
          <a:xfrm>
            <a:off x="838200" y="1825625"/>
            <a:ext cx="4798102" cy="4351338"/>
          </a:xfrm>
        </p:spPr>
        <p:txBody>
          <a:bodyPr/>
          <a:lstStyle/>
          <a:p>
            <a:r>
              <a:rPr lang="en-US" dirty="0"/>
              <a:t>Now add a keyboard response</a:t>
            </a:r>
          </a:p>
          <a:p>
            <a:endParaRPr lang="en-US" dirty="0"/>
          </a:p>
          <a:p>
            <a:r>
              <a:rPr lang="en-US" dirty="0"/>
              <a:t>Use the “Force end of Routine” option to make sure it completes the routine and moves to the next routine</a:t>
            </a:r>
          </a:p>
        </p:txBody>
      </p:sp>
      <p:pic>
        <p:nvPicPr>
          <p:cNvPr id="4" name="Picture 3">
            <a:extLst>
              <a:ext uri="{FF2B5EF4-FFF2-40B4-BE49-F238E27FC236}">
                <a16:creationId xmlns:a16="http://schemas.microsoft.com/office/drawing/2014/main" id="{65BDAE33-A0FB-4869-86E7-5007C523C636}"/>
              </a:ext>
            </a:extLst>
          </p:cNvPr>
          <p:cNvPicPr>
            <a:picLocks noChangeAspect="1"/>
          </p:cNvPicPr>
          <p:nvPr/>
        </p:nvPicPr>
        <p:blipFill>
          <a:blip r:embed="rId2"/>
          <a:stretch>
            <a:fillRect/>
          </a:stretch>
        </p:blipFill>
        <p:spPr>
          <a:xfrm>
            <a:off x="6040215" y="1963711"/>
            <a:ext cx="6053100" cy="4213252"/>
          </a:xfrm>
          <a:prstGeom prst="rect">
            <a:avLst/>
          </a:prstGeom>
        </p:spPr>
      </p:pic>
    </p:spTree>
    <p:extLst>
      <p:ext uri="{BB962C8B-B14F-4D97-AF65-F5344CB8AC3E}">
        <p14:creationId xmlns:p14="http://schemas.microsoft.com/office/powerpoint/2010/main" val="2686978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D8768-453C-1E21-110D-4BE380C1FDC5}"/>
              </a:ext>
            </a:extLst>
          </p:cNvPr>
          <p:cNvSpPr>
            <a:spLocks noGrp="1"/>
          </p:cNvSpPr>
          <p:nvPr>
            <p:ph type="title"/>
          </p:nvPr>
        </p:nvSpPr>
        <p:spPr/>
        <p:txBody>
          <a:bodyPr/>
          <a:lstStyle/>
          <a:p>
            <a:r>
              <a:rPr lang="en-US" dirty="0"/>
              <a:t>Making a Posner Cueing Task (with images!)</a:t>
            </a:r>
          </a:p>
        </p:txBody>
      </p:sp>
      <p:sp>
        <p:nvSpPr>
          <p:cNvPr id="3" name="Content Placeholder 2">
            <a:extLst>
              <a:ext uri="{FF2B5EF4-FFF2-40B4-BE49-F238E27FC236}">
                <a16:creationId xmlns:a16="http://schemas.microsoft.com/office/drawing/2014/main" id="{AD26517E-58DF-A63A-0CF6-330353C36362}"/>
              </a:ext>
            </a:extLst>
          </p:cNvPr>
          <p:cNvSpPr>
            <a:spLocks noGrp="1"/>
          </p:cNvSpPr>
          <p:nvPr>
            <p:ph idx="1"/>
          </p:nvPr>
        </p:nvSpPr>
        <p:spPr/>
        <p:txBody>
          <a:bodyPr/>
          <a:lstStyle/>
          <a:p>
            <a:r>
              <a:rPr lang="en-US" dirty="0"/>
              <a:t>Be sure to download and unzip the resources from Lesson6 for this</a:t>
            </a:r>
          </a:p>
          <a:p>
            <a:pPr lvl="1"/>
            <a:r>
              <a:rPr lang="en-US" dirty="0"/>
              <a:t>Note - you can use the bash</a:t>
            </a:r>
            <a:br>
              <a:rPr lang="en-US" dirty="0"/>
            </a:br>
            <a:r>
              <a:rPr lang="en-US" dirty="0"/>
              <a:t>shell command </a:t>
            </a:r>
            <a:r>
              <a:rPr lang="en-US" dirty="0">
                <a:latin typeface="Courier New" panose="02070309020205020404" pitchFamily="49" charset="0"/>
                <a:cs typeface="Courier New" panose="02070309020205020404" pitchFamily="49" charset="0"/>
              </a:rPr>
              <a:t>unzip</a:t>
            </a:r>
            <a:r>
              <a:rPr lang="en-US" dirty="0"/>
              <a:t> to </a:t>
            </a:r>
            <a:br>
              <a:rPr lang="en-US" dirty="0"/>
            </a:br>
            <a:r>
              <a:rPr lang="en-US" dirty="0"/>
              <a:t>unzip files</a:t>
            </a:r>
          </a:p>
          <a:p>
            <a:endParaRPr lang="en-US" dirty="0"/>
          </a:p>
          <a:p>
            <a:r>
              <a:rPr lang="en-US" dirty="0"/>
              <a:t>Start out by adding to your </a:t>
            </a:r>
            <a:br>
              <a:rPr lang="en-US" dirty="0"/>
            </a:br>
            <a:r>
              <a:rPr lang="en-US" dirty="0"/>
              <a:t>trial an image stimulus </a:t>
            </a:r>
            <a:br>
              <a:rPr lang="en-US" dirty="0"/>
            </a:br>
            <a:r>
              <a:rPr lang="en-US" dirty="0"/>
              <a:t>(</a:t>
            </a:r>
            <a:r>
              <a:rPr lang="en-US" dirty="0" err="1"/>
              <a:t>rocket.jpg</a:t>
            </a:r>
            <a:r>
              <a:rPr lang="en-US" dirty="0"/>
              <a:t>) with a duration</a:t>
            </a:r>
            <a:br>
              <a:rPr lang="en-US" dirty="0"/>
            </a:br>
            <a:r>
              <a:rPr lang="en-US" dirty="0"/>
              <a:t>of 0.5</a:t>
            </a:r>
          </a:p>
          <a:p>
            <a:endParaRPr lang="en-US" dirty="0"/>
          </a:p>
          <a:p>
            <a:endParaRPr lang="en-US" dirty="0"/>
          </a:p>
        </p:txBody>
      </p:sp>
      <p:pic>
        <p:nvPicPr>
          <p:cNvPr id="4" name="Picture 3">
            <a:extLst>
              <a:ext uri="{FF2B5EF4-FFF2-40B4-BE49-F238E27FC236}">
                <a16:creationId xmlns:a16="http://schemas.microsoft.com/office/drawing/2014/main" id="{F488491D-AE29-EBD1-C9CF-0162A68106A0}"/>
              </a:ext>
            </a:extLst>
          </p:cNvPr>
          <p:cNvPicPr>
            <a:picLocks noChangeAspect="1"/>
          </p:cNvPicPr>
          <p:nvPr/>
        </p:nvPicPr>
        <p:blipFill>
          <a:blip r:embed="rId2"/>
          <a:stretch>
            <a:fillRect/>
          </a:stretch>
        </p:blipFill>
        <p:spPr>
          <a:xfrm>
            <a:off x="5468171" y="2620100"/>
            <a:ext cx="6233049" cy="3872775"/>
          </a:xfrm>
          <a:prstGeom prst="rect">
            <a:avLst/>
          </a:prstGeom>
        </p:spPr>
      </p:pic>
    </p:spTree>
    <p:extLst>
      <p:ext uri="{BB962C8B-B14F-4D97-AF65-F5344CB8AC3E}">
        <p14:creationId xmlns:p14="http://schemas.microsoft.com/office/powerpoint/2010/main" val="3770263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9843C-AAC3-7859-2D55-88D2CACC4BB1}"/>
              </a:ext>
            </a:extLst>
          </p:cNvPr>
          <p:cNvSpPr>
            <a:spLocks noGrp="1"/>
          </p:cNvSpPr>
          <p:nvPr>
            <p:ph type="title"/>
          </p:nvPr>
        </p:nvSpPr>
        <p:spPr/>
        <p:txBody>
          <a:bodyPr/>
          <a:lstStyle/>
          <a:p>
            <a:r>
              <a:rPr lang="en-US" dirty="0"/>
              <a:t>Image properties</a:t>
            </a:r>
          </a:p>
        </p:txBody>
      </p:sp>
      <p:sp>
        <p:nvSpPr>
          <p:cNvPr id="3" name="Content Placeholder 2">
            <a:extLst>
              <a:ext uri="{FF2B5EF4-FFF2-40B4-BE49-F238E27FC236}">
                <a16:creationId xmlns:a16="http://schemas.microsoft.com/office/drawing/2014/main" id="{753370B8-43AB-45F0-6764-F1CC23EFF6DC}"/>
              </a:ext>
            </a:extLst>
          </p:cNvPr>
          <p:cNvSpPr>
            <a:spLocks noGrp="1"/>
          </p:cNvSpPr>
          <p:nvPr>
            <p:ph idx="1"/>
          </p:nvPr>
        </p:nvSpPr>
        <p:spPr>
          <a:xfrm>
            <a:off x="838200" y="1825625"/>
            <a:ext cx="4586207" cy="4351338"/>
          </a:xfrm>
        </p:spPr>
        <p:txBody>
          <a:bodyPr/>
          <a:lstStyle/>
          <a:p>
            <a:r>
              <a:rPr lang="en-US" dirty="0"/>
              <a:t>Note that we can change the size, position, and orientation of the stimulus</a:t>
            </a:r>
          </a:p>
          <a:p>
            <a:endParaRPr lang="en-US" dirty="0"/>
          </a:p>
          <a:p>
            <a:r>
              <a:rPr lang="en-US" dirty="0"/>
              <a:t>These will set the stimulus default, but we’re going to want to change them trial-by-trial (we’ll do that next)</a:t>
            </a:r>
          </a:p>
          <a:p>
            <a:endParaRPr lang="en-US" dirty="0"/>
          </a:p>
          <a:p>
            <a:endParaRPr lang="en-US" dirty="0"/>
          </a:p>
        </p:txBody>
      </p:sp>
      <p:pic>
        <p:nvPicPr>
          <p:cNvPr id="4" name="Picture 3">
            <a:extLst>
              <a:ext uri="{FF2B5EF4-FFF2-40B4-BE49-F238E27FC236}">
                <a16:creationId xmlns:a16="http://schemas.microsoft.com/office/drawing/2014/main" id="{03966807-7418-93F7-5B6B-9D1DA0053B72}"/>
              </a:ext>
            </a:extLst>
          </p:cNvPr>
          <p:cNvPicPr>
            <a:picLocks noChangeAspect="1"/>
          </p:cNvPicPr>
          <p:nvPr/>
        </p:nvPicPr>
        <p:blipFill>
          <a:blip r:embed="rId2"/>
          <a:stretch>
            <a:fillRect/>
          </a:stretch>
        </p:blipFill>
        <p:spPr>
          <a:xfrm>
            <a:off x="5858359" y="2275562"/>
            <a:ext cx="5961681" cy="3729538"/>
          </a:xfrm>
          <a:prstGeom prst="rect">
            <a:avLst/>
          </a:prstGeom>
        </p:spPr>
      </p:pic>
    </p:spTree>
    <p:extLst>
      <p:ext uri="{BB962C8B-B14F-4D97-AF65-F5344CB8AC3E}">
        <p14:creationId xmlns:p14="http://schemas.microsoft.com/office/powerpoint/2010/main" val="1762926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F5474-5F01-D065-0675-157E7A64D38F}"/>
              </a:ext>
            </a:extLst>
          </p:cNvPr>
          <p:cNvSpPr>
            <a:spLocks noGrp="1"/>
          </p:cNvSpPr>
          <p:nvPr>
            <p:ph type="title"/>
          </p:nvPr>
        </p:nvSpPr>
        <p:spPr/>
        <p:txBody>
          <a:bodyPr/>
          <a:lstStyle/>
          <a:p>
            <a:r>
              <a:rPr lang="en-US" dirty="0"/>
              <a:t>Experiment Settings</a:t>
            </a:r>
          </a:p>
        </p:txBody>
      </p:sp>
      <p:sp>
        <p:nvSpPr>
          <p:cNvPr id="3" name="Content Placeholder 2">
            <a:extLst>
              <a:ext uri="{FF2B5EF4-FFF2-40B4-BE49-F238E27FC236}">
                <a16:creationId xmlns:a16="http://schemas.microsoft.com/office/drawing/2014/main" id="{8959003A-4DED-7886-9B15-E9ECDD3382E5}"/>
              </a:ext>
            </a:extLst>
          </p:cNvPr>
          <p:cNvSpPr>
            <a:spLocks noGrp="1"/>
          </p:cNvSpPr>
          <p:nvPr>
            <p:ph idx="1"/>
          </p:nvPr>
        </p:nvSpPr>
        <p:spPr>
          <a:xfrm>
            <a:off x="838200" y="1825625"/>
            <a:ext cx="10646044" cy="4351338"/>
          </a:xfrm>
        </p:spPr>
        <p:txBody>
          <a:bodyPr/>
          <a:lstStyle/>
          <a:p>
            <a:r>
              <a:rPr lang="en-US" dirty="0"/>
              <a:t>The gear icon at the top will open up the experiment settings</a:t>
            </a:r>
          </a:p>
          <a:p>
            <a:endParaRPr lang="en-US" dirty="0"/>
          </a:p>
          <a:p>
            <a:r>
              <a:rPr lang="en-US" dirty="0"/>
              <a:t>Some important settings here, but perhaps the most important one for now is the units setting under Screen, as it will determine the units that we will be using to determine the height and location of our stimuli</a:t>
            </a:r>
          </a:p>
        </p:txBody>
      </p:sp>
      <p:pic>
        <p:nvPicPr>
          <p:cNvPr id="5" name="Picture 4">
            <a:extLst>
              <a:ext uri="{FF2B5EF4-FFF2-40B4-BE49-F238E27FC236}">
                <a16:creationId xmlns:a16="http://schemas.microsoft.com/office/drawing/2014/main" id="{6CD707A2-99E1-45EE-DB59-4BED7EDDA160}"/>
              </a:ext>
            </a:extLst>
          </p:cNvPr>
          <p:cNvPicPr>
            <a:picLocks noChangeAspect="1"/>
          </p:cNvPicPr>
          <p:nvPr/>
        </p:nvPicPr>
        <p:blipFill>
          <a:blip r:embed="rId2"/>
          <a:stretch>
            <a:fillRect/>
          </a:stretch>
        </p:blipFill>
        <p:spPr>
          <a:xfrm>
            <a:off x="5300420" y="4435313"/>
            <a:ext cx="6386594" cy="2057562"/>
          </a:xfrm>
          <a:prstGeom prst="rect">
            <a:avLst/>
          </a:prstGeom>
        </p:spPr>
      </p:pic>
      <p:pic>
        <p:nvPicPr>
          <p:cNvPr id="6" name="Picture 5">
            <a:extLst>
              <a:ext uri="{FF2B5EF4-FFF2-40B4-BE49-F238E27FC236}">
                <a16:creationId xmlns:a16="http://schemas.microsoft.com/office/drawing/2014/main" id="{04C9CC3E-68BA-C228-7B60-5672004F1BA0}"/>
              </a:ext>
            </a:extLst>
          </p:cNvPr>
          <p:cNvPicPr>
            <a:picLocks noChangeAspect="1"/>
          </p:cNvPicPr>
          <p:nvPr/>
        </p:nvPicPr>
        <p:blipFill>
          <a:blip r:embed="rId3"/>
          <a:stretch>
            <a:fillRect/>
          </a:stretch>
        </p:blipFill>
        <p:spPr>
          <a:xfrm>
            <a:off x="1392049" y="5070394"/>
            <a:ext cx="1193800" cy="787400"/>
          </a:xfrm>
          <a:prstGeom prst="rect">
            <a:avLst/>
          </a:prstGeom>
        </p:spPr>
      </p:pic>
    </p:spTree>
    <p:extLst>
      <p:ext uri="{BB962C8B-B14F-4D97-AF65-F5344CB8AC3E}">
        <p14:creationId xmlns:p14="http://schemas.microsoft.com/office/powerpoint/2010/main" val="2954498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4C259-9BF7-8F5B-AEF2-69BDDD9477A0}"/>
              </a:ext>
            </a:extLst>
          </p:cNvPr>
          <p:cNvSpPr>
            <a:spLocks noGrp="1"/>
          </p:cNvSpPr>
          <p:nvPr>
            <p:ph type="title"/>
          </p:nvPr>
        </p:nvSpPr>
        <p:spPr/>
        <p:txBody>
          <a:bodyPr/>
          <a:lstStyle/>
          <a:p>
            <a:r>
              <a:rPr lang="en-US" dirty="0"/>
              <a:t>Making a Posner Cueing Task (with images!)</a:t>
            </a:r>
          </a:p>
        </p:txBody>
      </p:sp>
      <p:sp>
        <p:nvSpPr>
          <p:cNvPr id="3" name="Content Placeholder 2">
            <a:extLst>
              <a:ext uri="{FF2B5EF4-FFF2-40B4-BE49-F238E27FC236}">
                <a16:creationId xmlns:a16="http://schemas.microsoft.com/office/drawing/2014/main" id="{4D8847B7-21E6-A532-1F3E-ABFC0B3D8E60}"/>
              </a:ext>
            </a:extLst>
          </p:cNvPr>
          <p:cNvSpPr>
            <a:spLocks noGrp="1"/>
          </p:cNvSpPr>
          <p:nvPr>
            <p:ph idx="1"/>
          </p:nvPr>
        </p:nvSpPr>
        <p:spPr/>
        <p:txBody>
          <a:bodyPr/>
          <a:lstStyle/>
          <a:p>
            <a:r>
              <a:rPr lang="en-US" dirty="0"/>
              <a:t>Add to your trial the following:</a:t>
            </a:r>
          </a:p>
          <a:p>
            <a:pPr lvl="1"/>
            <a:r>
              <a:rPr lang="en-US" dirty="0"/>
              <a:t>Rotate your cue by 90 degrees</a:t>
            </a:r>
          </a:p>
          <a:p>
            <a:pPr lvl="1"/>
            <a:r>
              <a:rPr lang="en-US" dirty="0"/>
              <a:t>Add a green alien that appears left or right of fixation, at 0.5 seconds and with an unknown duration</a:t>
            </a:r>
          </a:p>
          <a:p>
            <a:pPr lvl="1"/>
            <a:r>
              <a:rPr lang="en-US" dirty="0"/>
              <a:t>Get a response after the alien appears</a:t>
            </a:r>
          </a:p>
        </p:txBody>
      </p:sp>
    </p:spTree>
    <p:extLst>
      <p:ext uri="{BB962C8B-B14F-4D97-AF65-F5344CB8AC3E}">
        <p14:creationId xmlns:p14="http://schemas.microsoft.com/office/powerpoint/2010/main" val="3770678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8D8D5-A268-2EB5-5EAC-654BDF5938D2}"/>
              </a:ext>
            </a:extLst>
          </p:cNvPr>
          <p:cNvSpPr>
            <a:spLocks noGrp="1"/>
          </p:cNvSpPr>
          <p:nvPr>
            <p:ph type="title"/>
          </p:nvPr>
        </p:nvSpPr>
        <p:spPr/>
        <p:txBody>
          <a:bodyPr/>
          <a:lstStyle/>
          <a:p>
            <a:r>
              <a:rPr lang="en-US" dirty="0"/>
              <a:t>Modifying parameters and looping trials</a:t>
            </a:r>
          </a:p>
        </p:txBody>
      </p:sp>
      <p:sp>
        <p:nvSpPr>
          <p:cNvPr id="3" name="Content Placeholder 2">
            <a:extLst>
              <a:ext uri="{FF2B5EF4-FFF2-40B4-BE49-F238E27FC236}">
                <a16:creationId xmlns:a16="http://schemas.microsoft.com/office/drawing/2014/main" id="{404A78F8-1B1D-81F6-91EC-234220D220A1}"/>
              </a:ext>
            </a:extLst>
          </p:cNvPr>
          <p:cNvSpPr>
            <a:spLocks noGrp="1"/>
          </p:cNvSpPr>
          <p:nvPr>
            <p:ph idx="1"/>
          </p:nvPr>
        </p:nvSpPr>
        <p:spPr>
          <a:xfrm>
            <a:off x="838201" y="1825625"/>
            <a:ext cx="10515599" cy="2600214"/>
          </a:xfrm>
        </p:spPr>
        <p:txBody>
          <a:bodyPr>
            <a:normAutofit lnSpcReduction="10000"/>
          </a:bodyPr>
          <a:lstStyle/>
          <a:p>
            <a:r>
              <a:rPr lang="en-US" dirty="0"/>
              <a:t>To create a list of trials/conditions, you can create your different trial types in a spreadsheet that contains all the relevant info for your experiment</a:t>
            </a:r>
          </a:p>
          <a:p>
            <a:endParaRPr lang="en-US" dirty="0"/>
          </a:p>
          <a:p>
            <a:r>
              <a:rPr lang="en-US" dirty="0"/>
              <a:t>Note the names of the columns are the labels we’ll need to call elsewhere in the experiment</a:t>
            </a:r>
          </a:p>
          <a:p>
            <a:endParaRPr lang="en-US" dirty="0"/>
          </a:p>
          <a:p>
            <a:endParaRPr lang="en-US" dirty="0"/>
          </a:p>
        </p:txBody>
      </p:sp>
      <p:pic>
        <p:nvPicPr>
          <p:cNvPr id="4" name="Picture 3">
            <a:extLst>
              <a:ext uri="{FF2B5EF4-FFF2-40B4-BE49-F238E27FC236}">
                <a16:creationId xmlns:a16="http://schemas.microsoft.com/office/drawing/2014/main" id="{EABAC6B5-075F-CC0E-D602-45ABAEB199D9}"/>
              </a:ext>
            </a:extLst>
          </p:cNvPr>
          <p:cNvPicPr>
            <a:picLocks noChangeAspect="1"/>
          </p:cNvPicPr>
          <p:nvPr/>
        </p:nvPicPr>
        <p:blipFill>
          <a:blip r:embed="rId2"/>
          <a:stretch>
            <a:fillRect/>
          </a:stretch>
        </p:blipFill>
        <p:spPr>
          <a:xfrm>
            <a:off x="2744899" y="4425839"/>
            <a:ext cx="6399101" cy="2432161"/>
          </a:xfrm>
          <a:prstGeom prst="rect">
            <a:avLst/>
          </a:prstGeom>
        </p:spPr>
      </p:pic>
    </p:spTree>
    <p:extLst>
      <p:ext uri="{BB962C8B-B14F-4D97-AF65-F5344CB8AC3E}">
        <p14:creationId xmlns:p14="http://schemas.microsoft.com/office/powerpoint/2010/main" val="2673474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1F8F2-AE73-12EF-F24D-4E36DFD1E876}"/>
              </a:ext>
            </a:extLst>
          </p:cNvPr>
          <p:cNvSpPr>
            <a:spLocks noGrp="1"/>
          </p:cNvSpPr>
          <p:nvPr>
            <p:ph type="title"/>
          </p:nvPr>
        </p:nvSpPr>
        <p:spPr/>
        <p:txBody>
          <a:bodyPr/>
          <a:lstStyle/>
          <a:p>
            <a:r>
              <a:rPr lang="en-US" dirty="0"/>
              <a:t>Modifying parameters and looping trials</a:t>
            </a:r>
          </a:p>
        </p:txBody>
      </p:sp>
      <p:sp>
        <p:nvSpPr>
          <p:cNvPr id="3" name="Content Placeholder 2">
            <a:extLst>
              <a:ext uri="{FF2B5EF4-FFF2-40B4-BE49-F238E27FC236}">
                <a16:creationId xmlns:a16="http://schemas.microsoft.com/office/drawing/2014/main" id="{5BA8ACC4-7A11-5937-9B94-E322AE9393E7}"/>
              </a:ext>
            </a:extLst>
          </p:cNvPr>
          <p:cNvSpPr>
            <a:spLocks noGrp="1"/>
          </p:cNvSpPr>
          <p:nvPr>
            <p:ph idx="1"/>
          </p:nvPr>
        </p:nvSpPr>
        <p:spPr>
          <a:xfrm>
            <a:off x="838201" y="1825625"/>
            <a:ext cx="6202550" cy="4351338"/>
          </a:xfrm>
        </p:spPr>
        <p:txBody>
          <a:bodyPr>
            <a:normAutofit fontScale="92500"/>
          </a:bodyPr>
          <a:lstStyle/>
          <a:p>
            <a:r>
              <a:rPr lang="en-US" dirty="0"/>
              <a:t>Insert a loop into your flow (click around the locations you want to loop)</a:t>
            </a:r>
          </a:p>
          <a:p>
            <a:endParaRPr lang="en-US" dirty="0"/>
          </a:p>
          <a:p>
            <a:r>
              <a:rPr lang="en-US" dirty="0" err="1"/>
              <a:t>Psychopy</a:t>
            </a:r>
            <a:r>
              <a:rPr lang="en-US" dirty="0"/>
              <a:t> will determine the number of trials based on the number of rows in your spreadsheet x the number of repeats</a:t>
            </a:r>
          </a:p>
          <a:p>
            <a:endParaRPr lang="en-US" dirty="0"/>
          </a:p>
          <a:p>
            <a:r>
              <a:rPr lang="en-US" dirty="0"/>
              <a:t>Trial types and order are determined by the loop type</a:t>
            </a:r>
          </a:p>
        </p:txBody>
      </p:sp>
      <p:pic>
        <p:nvPicPr>
          <p:cNvPr id="4" name="Picture 3">
            <a:extLst>
              <a:ext uri="{FF2B5EF4-FFF2-40B4-BE49-F238E27FC236}">
                <a16:creationId xmlns:a16="http://schemas.microsoft.com/office/drawing/2014/main" id="{AB3C89FE-0AA1-9E57-82B0-4D683F973D3C}"/>
              </a:ext>
            </a:extLst>
          </p:cNvPr>
          <p:cNvPicPr>
            <a:picLocks noChangeAspect="1"/>
          </p:cNvPicPr>
          <p:nvPr/>
        </p:nvPicPr>
        <p:blipFill>
          <a:blip r:embed="rId2"/>
          <a:stretch>
            <a:fillRect/>
          </a:stretch>
        </p:blipFill>
        <p:spPr>
          <a:xfrm>
            <a:off x="7501179" y="1851215"/>
            <a:ext cx="4085096" cy="1369708"/>
          </a:xfrm>
          <a:prstGeom prst="rect">
            <a:avLst/>
          </a:prstGeom>
        </p:spPr>
      </p:pic>
      <p:pic>
        <p:nvPicPr>
          <p:cNvPr id="5" name="Picture 4">
            <a:extLst>
              <a:ext uri="{FF2B5EF4-FFF2-40B4-BE49-F238E27FC236}">
                <a16:creationId xmlns:a16="http://schemas.microsoft.com/office/drawing/2014/main" id="{FEFFB7D1-EECF-C0E0-30E1-8A0375714A0A}"/>
              </a:ext>
            </a:extLst>
          </p:cNvPr>
          <p:cNvPicPr>
            <a:picLocks noChangeAspect="1"/>
          </p:cNvPicPr>
          <p:nvPr/>
        </p:nvPicPr>
        <p:blipFill>
          <a:blip r:embed="rId3"/>
          <a:stretch>
            <a:fillRect/>
          </a:stretch>
        </p:blipFill>
        <p:spPr>
          <a:xfrm>
            <a:off x="7609129" y="3637078"/>
            <a:ext cx="3869195" cy="3151455"/>
          </a:xfrm>
          <a:prstGeom prst="rect">
            <a:avLst/>
          </a:prstGeom>
        </p:spPr>
      </p:pic>
    </p:spTree>
    <p:extLst>
      <p:ext uri="{BB962C8B-B14F-4D97-AF65-F5344CB8AC3E}">
        <p14:creationId xmlns:p14="http://schemas.microsoft.com/office/powerpoint/2010/main" val="2664735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11816-24B7-C5A4-9EDA-AF28B575E949}"/>
              </a:ext>
            </a:extLst>
          </p:cNvPr>
          <p:cNvSpPr>
            <a:spLocks noGrp="1"/>
          </p:cNvSpPr>
          <p:nvPr>
            <p:ph type="title"/>
          </p:nvPr>
        </p:nvSpPr>
        <p:spPr/>
        <p:txBody>
          <a:bodyPr/>
          <a:lstStyle/>
          <a:p>
            <a:r>
              <a:rPr lang="en-US" dirty="0"/>
              <a:t>Modifying stimuli parameters</a:t>
            </a:r>
          </a:p>
        </p:txBody>
      </p:sp>
      <p:sp>
        <p:nvSpPr>
          <p:cNvPr id="3" name="Content Placeholder 2">
            <a:extLst>
              <a:ext uri="{FF2B5EF4-FFF2-40B4-BE49-F238E27FC236}">
                <a16:creationId xmlns:a16="http://schemas.microsoft.com/office/drawing/2014/main" id="{27CA2162-4087-25C1-BEDE-B407B7792924}"/>
              </a:ext>
            </a:extLst>
          </p:cNvPr>
          <p:cNvSpPr>
            <a:spLocks noGrp="1"/>
          </p:cNvSpPr>
          <p:nvPr>
            <p:ph idx="1"/>
          </p:nvPr>
        </p:nvSpPr>
        <p:spPr/>
        <p:txBody>
          <a:bodyPr/>
          <a:lstStyle/>
          <a:p>
            <a:r>
              <a:rPr lang="en-US" dirty="0"/>
              <a:t>Stimuli parameters can then be modified on each trial based on the information of a designated column in the spreadsheet</a:t>
            </a:r>
          </a:p>
          <a:p>
            <a:endParaRPr lang="en-US" dirty="0"/>
          </a:p>
          <a:p>
            <a:r>
              <a:rPr lang="en-US" dirty="0"/>
              <a:t>Be sure this is set to update every repeat (or every frame) and not set it to constant</a:t>
            </a:r>
          </a:p>
        </p:txBody>
      </p:sp>
      <p:pic>
        <p:nvPicPr>
          <p:cNvPr id="4" name="Picture 3">
            <a:extLst>
              <a:ext uri="{FF2B5EF4-FFF2-40B4-BE49-F238E27FC236}">
                <a16:creationId xmlns:a16="http://schemas.microsoft.com/office/drawing/2014/main" id="{5BBD554D-E3AC-C2C5-0555-EF84722548D7}"/>
              </a:ext>
            </a:extLst>
          </p:cNvPr>
          <p:cNvPicPr>
            <a:picLocks noChangeAspect="1"/>
          </p:cNvPicPr>
          <p:nvPr/>
        </p:nvPicPr>
        <p:blipFill>
          <a:blip r:embed="rId2"/>
          <a:stretch>
            <a:fillRect/>
          </a:stretch>
        </p:blipFill>
        <p:spPr>
          <a:xfrm>
            <a:off x="2209800" y="4559293"/>
            <a:ext cx="7772400" cy="1617670"/>
          </a:xfrm>
          <a:prstGeom prst="rect">
            <a:avLst/>
          </a:prstGeom>
        </p:spPr>
      </p:pic>
    </p:spTree>
    <p:extLst>
      <p:ext uri="{BB962C8B-B14F-4D97-AF65-F5344CB8AC3E}">
        <p14:creationId xmlns:p14="http://schemas.microsoft.com/office/powerpoint/2010/main" val="3995576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AD386-BD47-4DC0-67D0-541701D61220}"/>
              </a:ext>
            </a:extLst>
          </p:cNvPr>
          <p:cNvSpPr>
            <a:spLocks noGrp="1"/>
          </p:cNvSpPr>
          <p:nvPr>
            <p:ph type="title"/>
          </p:nvPr>
        </p:nvSpPr>
        <p:spPr/>
        <p:txBody>
          <a:bodyPr/>
          <a:lstStyle/>
          <a:p>
            <a:r>
              <a:rPr lang="en-US" dirty="0"/>
              <a:t>Saving responses</a:t>
            </a:r>
          </a:p>
        </p:txBody>
      </p:sp>
      <p:sp>
        <p:nvSpPr>
          <p:cNvPr id="3" name="Content Placeholder 2">
            <a:extLst>
              <a:ext uri="{FF2B5EF4-FFF2-40B4-BE49-F238E27FC236}">
                <a16:creationId xmlns:a16="http://schemas.microsoft.com/office/drawing/2014/main" id="{37D6F516-94A5-467D-EE76-F056E6287FB1}"/>
              </a:ext>
            </a:extLst>
          </p:cNvPr>
          <p:cNvSpPr>
            <a:spLocks noGrp="1"/>
          </p:cNvSpPr>
          <p:nvPr>
            <p:ph idx="1"/>
          </p:nvPr>
        </p:nvSpPr>
        <p:spPr>
          <a:xfrm>
            <a:off x="838200" y="1825625"/>
            <a:ext cx="4849678" cy="4351338"/>
          </a:xfrm>
        </p:spPr>
        <p:txBody>
          <a:bodyPr>
            <a:normAutofit fontScale="92500"/>
          </a:bodyPr>
          <a:lstStyle/>
          <a:p>
            <a:r>
              <a:rPr lang="en-US" dirty="0"/>
              <a:t>Under the ‘Data’ tab of your keyboard response, you can indicate which keys to store, and whether to store whether the response is correct</a:t>
            </a:r>
          </a:p>
          <a:p>
            <a:endParaRPr lang="en-US" dirty="0"/>
          </a:p>
          <a:p>
            <a:r>
              <a:rPr lang="en-US" dirty="0"/>
              <a:t>Correct responses are defined by a specific response (e.g., ‘left’) or by a variable from the spreadsheet (e.g., ‘</a:t>
            </a:r>
            <a:r>
              <a:rPr lang="en-US" b="1" dirty="0"/>
              <a:t>$</a:t>
            </a:r>
            <a:r>
              <a:rPr lang="en-US" dirty="0"/>
              <a:t>answer’)</a:t>
            </a:r>
          </a:p>
        </p:txBody>
      </p:sp>
      <p:pic>
        <p:nvPicPr>
          <p:cNvPr id="5" name="Picture 4">
            <a:extLst>
              <a:ext uri="{FF2B5EF4-FFF2-40B4-BE49-F238E27FC236}">
                <a16:creationId xmlns:a16="http://schemas.microsoft.com/office/drawing/2014/main" id="{1C8F5F84-B90B-EE31-5AB7-FDF334F56E1D}"/>
              </a:ext>
            </a:extLst>
          </p:cNvPr>
          <p:cNvPicPr>
            <a:picLocks noChangeAspect="1"/>
          </p:cNvPicPr>
          <p:nvPr/>
        </p:nvPicPr>
        <p:blipFill>
          <a:blip r:embed="rId2"/>
          <a:stretch>
            <a:fillRect/>
          </a:stretch>
        </p:blipFill>
        <p:spPr>
          <a:xfrm>
            <a:off x="6096000" y="2287901"/>
            <a:ext cx="5680078" cy="3889062"/>
          </a:xfrm>
          <a:prstGeom prst="rect">
            <a:avLst/>
          </a:prstGeom>
        </p:spPr>
      </p:pic>
    </p:spTree>
    <p:extLst>
      <p:ext uri="{BB962C8B-B14F-4D97-AF65-F5344CB8AC3E}">
        <p14:creationId xmlns:p14="http://schemas.microsoft.com/office/powerpoint/2010/main" val="3446227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9C1CD-26A5-7F73-9051-0FCAB1B1531F}"/>
              </a:ext>
            </a:extLst>
          </p:cNvPr>
          <p:cNvSpPr>
            <a:spLocks noGrp="1"/>
          </p:cNvSpPr>
          <p:nvPr>
            <p:ph type="title"/>
          </p:nvPr>
        </p:nvSpPr>
        <p:spPr/>
        <p:txBody>
          <a:bodyPr/>
          <a:lstStyle/>
          <a:p>
            <a:r>
              <a:rPr lang="en-US" dirty="0"/>
              <a:t>Adding custom code</a:t>
            </a:r>
          </a:p>
        </p:txBody>
      </p:sp>
      <p:sp>
        <p:nvSpPr>
          <p:cNvPr id="3" name="Content Placeholder 2">
            <a:extLst>
              <a:ext uri="{FF2B5EF4-FFF2-40B4-BE49-F238E27FC236}">
                <a16:creationId xmlns:a16="http://schemas.microsoft.com/office/drawing/2014/main" id="{AD52DAEF-B6CD-76FD-0ABD-24C00FAC393D}"/>
              </a:ext>
            </a:extLst>
          </p:cNvPr>
          <p:cNvSpPr>
            <a:spLocks noGrp="1"/>
          </p:cNvSpPr>
          <p:nvPr>
            <p:ph idx="1"/>
          </p:nvPr>
        </p:nvSpPr>
        <p:spPr>
          <a:xfrm>
            <a:off x="838200" y="1825625"/>
            <a:ext cx="5035658" cy="4351338"/>
          </a:xfrm>
        </p:spPr>
        <p:txBody>
          <a:bodyPr>
            <a:normAutofit fontScale="92500" lnSpcReduction="20000"/>
          </a:bodyPr>
          <a:lstStyle/>
          <a:p>
            <a:r>
              <a:rPr lang="en-US" dirty="0"/>
              <a:t>Using the custom &gt; code component it is possible to add code to modify the built-in functions of the builder</a:t>
            </a:r>
          </a:p>
          <a:p>
            <a:endParaRPr lang="en-US" dirty="0"/>
          </a:p>
          <a:p>
            <a:r>
              <a:rPr lang="en-US" dirty="0"/>
              <a:t>Two important things to keep in mind:</a:t>
            </a:r>
          </a:p>
          <a:p>
            <a:pPr lvl="1"/>
            <a:r>
              <a:rPr lang="en-US" dirty="0"/>
              <a:t>Where you want the code to run (before experiment, before routine, etc.)</a:t>
            </a:r>
          </a:p>
          <a:p>
            <a:pPr lvl="1"/>
            <a:r>
              <a:rPr lang="en-US" dirty="0"/>
              <a:t>Where the code is placed in the routine relative to other defined variables (make sure it is above the other components of your routine)</a:t>
            </a:r>
          </a:p>
        </p:txBody>
      </p:sp>
      <p:pic>
        <p:nvPicPr>
          <p:cNvPr id="4" name="Picture 3">
            <a:extLst>
              <a:ext uri="{FF2B5EF4-FFF2-40B4-BE49-F238E27FC236}">
                <a16:creationId xmlns:a16="http://schemas.microsoft.com/office/drawing/2014/main" id="{16EA0800-CF7A-93AB-6063-1F27A79A2D4B}"/>
              </a:ext>
            </a:extLst>
          </p:cNvPr>
          <p:cNvPicPr>
            <a:picLocks noChangeAspect="1"/>
          </p:cNvPicPr>
          <p:nvPr/>
        </p:nvPicPr>
        <p:blipFill>
          <a:blip r:embed="rId2"/>
          <a:stretch>
            <a:fillRect/>
          </a:stretch>
        </p:blipFill>
        <p:spPr>
          <a:xfrm>
            <a:off x="6767596" y="1027906"/>
            <a:ext cx="4360188" cy="2631072"/>
          </a:xfrm>
          <a:prstGeom prst="rect">
            <a:avLst/>
          </a:prstGeom>
        </p:spPr>
      </p:pic>
      <p:pic>
        <p:nvPicPr>
          <p:cNvPr id="5" name="Picture 4">
            <a:extLst>
              <a:ext uri="{FF2B5EF4-FFF2-40B4-BE49-F238E27FC236}">
                <a16:creationId xmlns:a16="http://schemas.microsoft.com/office/drawing/2014/main" id="{5F15FC96-0671-2440-AC6F-8DC79A9FE847}"/>
              </a:ext>
            </a:extLst>
          </p:cNvPr>
          <p:cNvPicPr>
            <a:picLocks noChangeAspect="1"/>
          </p:cNvPicPr>
          <p:nvPr/>
        </p:nvPicPr>
        <p:blipFill>
          <a:blip r:embed="rId3"/>
          <a:stretch>
            <a:fillRect/>
          </a:stretch>
        </p:blipFill>
        <p:spPr>
          <a:xfrm>
            <a:off x="7668648" y="3956960"/>
            <a:ext cx="2265766" cy="2535915"/>
          </a:xfrm>
          <a:prstGeom prst="rect">
            <a:avLst/>
          </a:prstGeom>
        </p:spPr>
      </p:pic>
    </p:spTree>
    <p:extLst>
      <p:ext uri="{BB962C8B-B14F-4D97-AF65-F5344CB8AC3E}">
        <p14:creationId xmlns:p14="http://schemas.microsoft.com/office/powerpoint/2010/main" val="14366570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60AE9-66FE-2FCF-5EEE-0B9CD33C5637}"/>
              </a:ext>
            </a:extLst>
          </p:cNvPr>
          <p:cNvSpPr>
            <a:spLocks noGrp="1"/>
          </p:cNvSpPr>
          <p:nvPr>
            <p:ph type="title"/>
          </p:nvPr>
        </p:nvSpPr>
        <p:spPr/>
        <p:txBody>
          <a:bodyPr/>
          <a:lstStyle/>
          <a:p>
            <a:r>
              <a:rPr lang="en-US" dirty="0"/>
              <a:t>Adding custom code</a:t>
            </a:r>
          </a:p>
        </p:txBody>
      </p:sp>
      <p:sp>
        <p:nvSpPr>
          <p:cNvPr id="3" name="Content Placeholder 2">
            <a:extLst>
              <a:ext uri="{FF2B5EF4-FFF2-40B4-BE49-F238E27FC236}">
                <a16:creationId xmlns:a16="http://schemas.microsoft.com/office/drawing/2014/main" id="{777CC837-6003-D4E8-E697-04425D97CC44}"/>
              </a:ext>
            </a:extLst>
          </p:cNvPr>
          <p:cNvSpPr>
            <a:spLocks noGrp="1"/>
          </p:cNvSpPr>
          <p:nvPr>
            <p:ph idx="1"/>
          </p:nvPr>
        </p:nvSpPr>
        <p:spPr>
          <a:xfrm>
            <a:off x="838200" y="1825625"/>
            <a:ext cx="5032161" cy="4351338"/>
          </a:xfrm>
        </p:spPr>
        <p:txBody>
          <a:bodyPr>
            <a:normAutofit fontScale="77500" lnSpcReduction="20000"/>
          </a:bodyPr>
          <a:lstStyle/>
          <a:p>
            <a:r>
              <a:rPr lang="en-US" dirty="0"/>
              <a:t>Let’s figure out how to run this code to randomize the location of the target</a:t>
            </a:r>
          </a:p>
          <a:p>
            <a:endParaRPr lang="en-US" dirty="0"/>
          </a:p>
          <a:p>
            <a:r>
              <a:rPr lang="en-US" dirty="0"/>
              <a:t>Note the translated Java Script code!</a:t>
            </a:r>
          </a:p>
          <a:p>
            <a:endParaRPr lang="en-US" dirty="0"/>
          </a:p>
          <a:p>
            <a:r>
              <a:rPr lang="en-US" b="1" dirty="0"/>
              <a:t>Exercise: add a new routine that provides feedback to the participant based on their accuracy</a:t>
            </a:r>
          </a:p>
          <a:p>
            <a:endParaRPr lang="en-US" b="1" dirty="0"/>
          </a:p>
          <a:p>
            <a:r>
              <a:rPr lang="en-US" b="1" dirty="0"/>
              <a:t>Make correct feedback an image of a rotating star</a:t>
            </a:r>
          </a:p>
        </p:txBody>
      </p:sp>
      <p:pic>
        <p:nvPicPr>
          <p:cNvPr id="4" name="Picture 3">
            <a:extLst>
              <a:ext uri="{FF2B5EF4-FFF2-40B4-BE49-F238E27FC236}">
                <a16:creationId xmlns:a16="http://schemas.microsoft.com/office/drawing/2014/main" id="{6D7CE1E5-B6E7-9B78-00F0-8D72BD1DC177}"/>
              </a:ext>
            </a:extLst>
          </p:cNvPr>
          <p:cNvPicPr>
            <a:picLocks noChangeAspect="1"/>
          </p:cNvPicPr>
          <p:nvPr/>
        </p:nvPicPr>
        <p:blipFill>
          <a:blip r:embed="rId2"/>
          <a:stretch>
            <a:fillRect/>
          </a:stretch>
        </p:blipFill>
        <p:spPr>
          <a:xfrm>
            <a:off x="6515100" y="1825625"/>
            <a:ext cx="5032161" cy="4351339"/>
          </a:xfrm>
          <a:prstGeom prst="rect">
            <a:avLst/>
          </a:prstGeom>
        </p:spPr>
      </p:pic>
    </p:spTree>
    <p:extLst>
      <p:ext uri="{BB962C8B-B14F-4D97-AF65-F5344CB8AC3E}">
        <p14:creationId xmlns:p14="http://schemas.microsoft.com/office/powerpoint/2010/main" val="1364994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C179B-BCEC-99CD-7AF7-A266F575DD3C}"/>
              </a:ext>
            </a:extLst>
          </p:cNvPr>
          <p:cNvSpPr>
            <a:spLocks noGrp="1"/>
          </p:cNvSpPr>
          <p:nvPr>
            <p:ph type="title"/>
          </p:nvPr>
        </p:nvSpPr>
        <p:spPr/>
        <p:txBody>
          <a:bodyPr/>
          <a:lstStyle/>
          <a:p>
            <a:r>
              <a:rPr lang="en-US" dirty="0"/>
              <a:t>Blocked designs</a:t>
            </a:r>
          </a:p>
        </p:txBody>
      </p:sp>
      <p:sp>
        <p:nvSpPr>
          <p:cNvPr id="3" name="Content Placeholder 2">
            <a:extLst>
              <a:ext uri="{FF2B5EF4-FFF2-40B4-BE49-F238E27FC236}">
                <a16:creationId xmlns:a16="http://schemas.microsoft.com/office/drawing/2014/main" id="{E145CCD1-675D-D365-5CB9-41BD916BBDFC}"/>
              </a:ext>
            </a:extLst>
          </p:cNvPr>
          <p:cNvSpPr>
            <a:spLocks noGrp="1"/>
          </p:cNvSpPr>
          <p:nvPr>
            <p:ph idx="1"/>
          </p:nvPr>
        </p:nvSpPr>
        <p:spPr>
          <a:xfrm>
            <a:off x="838200" y="1825625"/>
            <a:ext cx="5702085" cy="4351338"/>
          </a:xfrm>
        </p:spPr>
        <p:txBody>
          <a:bodyPr>
            <a:normAutofit fontScale="92500"/>
          </a:bodyPr>
          <a:lstStyle/>
          <a:p>
            <a:r>
              <a:rPr lang="en-US" dirty="0"/>
              <a:t>You can add loops around trial routines to create blocks</a:t>
            </a:r>
          </a:p>
          <a:p>
            <a:endParaRPr lang="en-US" dirty="0"/>
          </a:p>
          <a:p>
            <a:r>
              <a:rPr lang="en-US" dirty="0"/>
              <a:t>You can manage the blocks and variables with a separate spreadsheet</a:t>
            </a:r>
          </a:p>
          <a:p>
            <a:endParaRPr lang="en-US" dirty="0"/>
          </a:p>
          <a:p>
            <a:r>
              <a:rPr lang="en-US" b="1" dirty="0"/>
              <a:t>Exercise: create a blocked design that changes the color of the target randomly for separate blocks</a:t>
            </a:r>
            <a:r>
              <a:rPr lang="en-US" dirty="0"/>
              <a:t> </a:t>
            </a:r>
          </a:p>
        </p:txBody>
      </p:sp>
      <p:pic>
        <p:nvPicPr>
          <p:cNvPr id="4" name="Picture 3">
            <a:extLst>
              <a:ext uri="{FF2B5EF4-FFF2-40B4-BE49-F238E27FC236}">
                <a16:creationId xmlns:a16="http://schemas.microsoft.com/office/drawing/2014/main" id="{E2DEFA12-AFB0-3193-440F-03D52971FEA1}"/>
              </a:ext>
            </a:extLst>
          </p:cNvPr>
          <p:cNvPicPr>
            <a:picLocks noChangeAspect="1"/>
          </p:cNvPicPr>
          <p:nvPr/>
        </p:nvPicPr>
        <p:blipFill>
          <a:blip r:embed="rId2"/>
          <a:stretch>
            <a:fillRect/>
          </a:stretch>
        </p:blipFill>
        <p:spPr>
          <a:xfrm>
            <a:off x="6540285" y="2987998"/>
            <a:ext cx="5204310" cy="1388482"/>
          </a:xfrm>
          <a:prstGeom prst="rect">
            <a:avLst/>
          </a:prstGeom>
        </p:spPr>
      </p:pic>
    </p:spTree>
    <p:extLst>
      <p:ext uri="{BB962C8B-B14F-4D97-AF65-F5344CB8AC3E}">
        <p14:creationId xmlns:p14="http://schemas.microsoft.com/office/powerpoint/2010/main" val="11470708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0364E-DC00-C263-E001-2A21FF741171}"/>
              </a:ext>
            </a:extLst>
          </p:cNvPr>
          <p:cNvSpPr>
            <a:spLocks noGrp="1"/>
          </p:cNvSpPr>
          <p:nvPr>
            <p:ph type="title"/>
          </p:nvPr>
        </p:nvSpPr>
        <p:spPr/>
        <p:txBody>
          <a:bodyPr/>
          <a:lstStyle/>
          <a:p>
            <a:r>
              <a:rPr lang="en-US" dirty="0"/>
              <a:t>Counterbalancing</a:t>
            </a:r>
          </a:p>
        </p:txBody>
      </p:sp>
      <p:sp>
        <p:nvSpPr>
          <p:cNvPr id="3" name="Content Placeholder 2">
            <a:extLst>
              <a:ext uri="{FF2B5EF4-FFF2-40B4-BE49-F238E27FC236}">
                <a16:creationId xmlns:a16="http://schemas.microsoft.com/office/drawing/2014/main" id="{FF42FA97-1449-E80F-B3C7-F79FA845B420}"/>
              </a:ext>
            </a:extLst>
          </p:cNvPr>
          <p:cNvSpPr>
            <a:spLocks noGrp="1"/>
          </p:cNvSpPr>
          <p:nvPr>
            <p:ph idx="1"/>
          </p:nvPr>
        </p:nvSpPr>
        <p:spPr>
          <a:xfrm>
            <a:off x="838200" y="1825625"/>
            <a:ext cx="4648200" cy="2994348"/>
          </a:xfrm>
        </p:spPr>
        <p:txBody>
          <a:bodyPr>
            <a:normAutofit fontScale="85000" lnSpcReduction="20000"/>
          </a:bodyPr>
          <a:lstStyle/>
          <a:p>
            <a:r>
              <a:rPr lang="en-US" dirty="0"/>
              <a:t>Can add a routine (form the components) to create a counterbalance routine that counterbalances subjects into different groups</a:t>
            </a:r>
          </a:p>
          <a:p>
            <a:endParaRPr lang="en-US" dirty="0"/>
          </a:p>
          <a:p>
            <a:r>
              <a:rPr lang="en-US" dirty="0"/>
              <a:t>Then indicate in your blocks loop different spreadsheets that define the different condition types</a:t>
            </a:r>
          </a:p>
        </p:txBody>
      </p:sp>
      <p:pic>
        <p:nvPicPr>
          <p:cNvPr id="4" name="Picture 3">
            <a:extLst>
              <a:ext uri="{FF2B5EF4-FFF2-40B4-BE49-F238E27FC236}">
                <a16:creationId xmlns:a16="http://schemas.microsoft.com/office/drawing/2014/main" id="{1852A44B-6B04-2852-3CE1-07C0C190914B}"/>
              </a:ext>
            </a:extLst>
          </p:cNvPr>
          <p:cNvPicPr>
            <a:picLocks noChangeAspect="1"/>
          </p:cNvPicPr>
          <p:nvPr/>
        </p:nvPicPr>
        <p:blipFill>
          <a:blip r:embed="rId2"/>
          <a:stretch>
            <a:fillRect/>
          </a:stretch>
        </p:blipFill>
        <p:spPr>
          <a:xfrm>
            <a:off x="6705602" y="1386331"/>
            <a:ext cx="3821054" cy="3433642"/>
          </a:xfrm>
          <a:prstGeom prst="rect">
            <a:avLst/>
          </a:prstGeom>
        </p:spPr>
      </p:pic>
      <p:pic>
        <p:nvPicPr>
          <p:cNvPr id="5" name="Picture 4">
            <a:extLst>
              <a:ext uri="{FF2B5EF4-FFF2-40B4-BE49-F238E27FC236}">
                <a16:creationId xmlns:a16="http://schemas.microsoft.com/office/drawing/2014/main" id="{61F1AC9E-8B3F-1F1C-26A3-27CF85342EDB}"/>
              </a:ext>
            </a:extLst>
          </p:cNvPr>
          <p:cNvPicPr>
            <a:picLocks noChangeAspect="1"/>
          </p:cNvPicPr>
          <p:nvPr/>
        </p:nvPicPr>
        <p:blipFill>
          <a:blip r:embed="rId3"/>
          <a:stretch>
            <a:fillRect/>
          </a:stretch>
        </p:blipFill>
        <p:spPr>
          <a:xfrm>
            <a:off x="4152362" y="4819973"/>
            <a:ext cx="7772400" cy="1747976"/>
          </a:xfrm>
          <a:prstGeom prst="rect">
            <a:avLst/>
          </a:prstGeom>
        </p:spPr>
      </p:pic>
    </p:spTree>
    <p:extLst>
      <p:ext uri="{BB962C8B-B14F-4D97-AF65-F5344CB8AC3E}">
        <p14:creationId xmlns:p14="http://schemas.microsoft.com/office/powerpoint/2010/main" val="17454756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9A432-2E32-505C-93C5-6EF9BF33EF7D}"/>
              </a:ext>
            </a:extLst>
          </p:cNvPr>
          <p:cNvSpPr>
            <a:spLocks noGrp="1"/>
          </p:cNvSpPr>
          <p:nvPr>
            <p:ph type="title"/>
          </p:nvPr>
        </p:nvSpPr>
        <p:spPr/>
        <p:txBody>
          <a:bodyPr/>
          <a:lstStyle/>
          <a:p>
            <a:r>
              <a:rPr lang="en-US" dirty="0"/>
              <a:t>Using </a:t>
            </a:r>
            <a:r>
              <a:rPr lang="en-US" dirty="0" err="1"/>
              <a:t>Pavlovia</a:t>
            </a:r>
            <a:endParaRPr lang="en-US" dirty="0"/>
          </a:p>
        </p:txBody>
      </p:sp>
      <p:sp>
        <p:nvSpPr>
          <p:cNvPr id="3" name="Content Placeholder 2">
            <a:extLst>
              <a:ext uri="{FF2B5EF4-FFF2-40B4-BE49-F238E27FC236}">
                <a16:creationId xmlns:a16="http://schemas.microsoft.com/office/drawing/2014/main" id="{81A9F578-5D33-F4EB-A5CE-532A077FDFAC}"/>
              </a:ext>
            </a:extLst>
          </p:cNvPr>
          <p:cNvSpPr>
            <a:spLocks noGrp="1"/>
          </p:cNvSpPr>
          <p:nvPr>
            <p:ph idx="1"/>
          </p:nvPr>
        </p:nvSpPr>
        <p:spPr>
          <a:xfrm>
            <a:off x="838199" y="1825625"/>
            <a:ext cx="6105041" cy="3401692"/>
          </a:xfrm>
        </p:spPr>
        <p:txBody>
          <a:bodyPr>
            <a:normAutofit fontScale="85000" lnSpcReduction="20000"/>
          </a:bodyPr>
          <a:lstStyle/>
          <a:p>
            <a:r>
              <a:rPr lang="en-US" dirty="0" err="1"/>
              <a:t>PsychoPy</a:t>
            </a:r>
            <a:r>
              <a:rPr lang="en-US" dirty="0"/>
              <a:t> experiments can be hosted on </a:t>
            </a:r>
            <a:r>
              <a:rPr lang="en-US" dirty="0" err="1"/>
              <a:t>Pavlovia</a:t>
            </a:r>
            <a:endParaRPr lang="en-US" dirty="0"/>
          </a:p>
          <a:p>
            <a:pPr lvl="1"/>
            <a:r>
              <a:rPr lang="en-US" dirty="0"/>
              <a:t>Built on </a:t>
            </a:r>
            <a:r>
              <a:rPr lang="en-US" dirty="0" err="1"/>
              <a:t>gitlab</a:t>
            </a:r>
            <a:r>
              <a:rPr lang="en-US" dirty="0"/>
              <a:t> (similar to </a:t>
            </a:r>
            <a:r>
              <a:rPr lang="en-US" dirty="0" err="1"/>
              <a:t>github</a:t>
            </a:r>
            <a:r>
              <a:rPr lang="en-US" dirty="0"/>
              <a:t>)</a:t>
            </a:r>
          </a:p>
          <a:p>
            <a:pPr lvl="1"/>
            <a:r>
              <a:rPr lang="en-US" dirty="0"/>
              <a:t>Allows for full version control</a:t>
            </a:r>
          </a:p>
          <a:p>
            <a:endParaRPr lang="en-US" dirty="0"/>
          </a:p>
          <a:p>
            <a:r>
              <a:rPr lang="en-US" dirty="0"/>
              <a:t>Also contains a database of demos and experiments made public by other users</a:t>
            </a:r>
          </a:p>
          <a:p>
            <a:endParaRPr lang="en-US" dirty="0"/>
          </a:p>
          <a:p>
            <a:r>
              <a:rPr lang="en-US" dirty="0"/>
              <a:t>Can fork these projects and use the existing code</a:t>
            </a:r>
          </a:p>
        </p:txBody>
      </p:sp>
      <p:pic>
        <p:nvPicPr>
          <p:cNvPr id="4" name="Picture 3">
            <a:extLst>
              <a:ext uri="{FF2B5EF4-FFF2-40B4-BE49-F238E27FC236}">
                <a16:creationId xmlns:a16="http://schemas.microsoft.com/office/drawing/2014/main" id="{DD41768C-A55F-1B3E-17E9-F36CF6A4C43F}"/>
              </a:ext>
            </a:extLst>
          </p:cNvPr>
          <p:cNvPicPr>
            <a:picLocks noChangeAspect="1"/>
          </p:cNvPicPr>
          <p:nvPr/>
        </p:nvPicPr>
        <p:blipFill>
          <a:blip r:embed="rId2"/>
          <a:stretch>
            <a:fillRect/>
          </a:stretch>
        </p:blipFill>
        <p:spPr>
          <a:xfrm>
            <a:off x="7361694" y="1844236"/>
            <a:ext cx="4263324" cy="2671891"/>
          </a:xfrm>
          <a:prstGeom prst="rect">
            <a:avLst/>
          </a:prstGeom>
        </p:spPr>
      </p:pic>
      <p:pic>
        <p:nvPicPr>
          <p:cNvPr id="5" name="Picture 4">
            <a:extLst>
              <a:ext uri="{FF2B5EF4-FFF2-40B4-BE49-F238E27FC236}">
                <a16:creationId xmlns:a16="http://schemas.microsoft.com/office/drawing/2014/main" id="{EF03EA40-4A38-20BB-EF3B-D1826703063F}"/>
              </a:ext>
            </a:extLst>
          </p:cNvPr>
          <p:cNvPicPr>
            <a:picLocks noChangeAspect="1"/>
          </p:cNvPicPr>
          <p:nvPr/>
        </p:nvPicPr>
        <p:blipFill>
          <a:blip r:embed="rId3"/>
          <a:stretch>
            <a:fillRect/>
          </a:stretch>
        </p:blipFill>
        <p:spPr>
          <a:xfrm>
            <a:off x="2082479" y="5013764"/>
            <a:ext cx="7772400" cy="1426779"/>
          </a:xfrm>
          <a:prstGeom prst="rect">
            <a:avLst/>
          </a:prstGeom>
        </p:spPr>
      </p:pic>
    </p:spTree>
    <p:extLst>
      <p:ext uri="{BB962C8B-B14F-4D97-AF65-F5344CB8AC3E}">
        <p14:creationId xmlns:p14="http://schemas.microsoft.com/office/powerpoint/2010/main" val="3607349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B9135-D706-971F-B5E9-3AA8BC684BF2}"/>
              </a:ext>
            </a:extLst>
          </p:cNvPr>
          <p:cNvSpPr>
            <a:spLocks noGrp="1"/>
          </p:cNvSpPr>
          <p:nvPr>
            <p:ph type="title"/>
          </p:nvPr>
        </p:nvSpPr>
        <p:spPr/>
        <p:txBody>
          <a:bodyPr/>
          <a:lstStyle/>
          <a:p>
            <a:r>
              <a:rPr lang="en-US" dirty="0"/>
              <a:t>Using </a:t>
            </a:r>
            <a:r>
              <a:rPr lang="en-US" dirty="0" err="1"/>
              <a:t>Pavlovia</a:t>
            </a:r>
            <a:endParaRPr lang="en-US" dirty="0"/>
          </a:p>
        </p:txBody>
      </p:sp>
      <p:sp>
        <p:nvSpPr>
          <p:cNvPr id="3" name="Content Placeholder 2">
            <a:extLst>
              <a:ext uri="{FF2B5EF4-FFF2-40B4-BE49-F238E27FC236}">
                <a16:creationId xmlns:a16="http://schemas.microsoft.com/office/drawing/2014/main" id="{B072B52B-79D7-84D1-C998-08090BE317F9}"/>
              </a:ext>
            </a:extLst>
          </p:cNvPr>
          <p:cNvSpPr>
            <a:spLocks noGrp="1"/>
          </p:cNvSpPr>
          <p:nvPr>
            <p:ph idx="1"/>
          </p:nvPr>
        </p:nvSpPr>
        <p:spPr>
          <a:xfrm>
            <a:off x="838200" y="1825625"/>
            <a:ext cx="6639045" cy="4351338"/>
          </a:xfrm>
        </p:spPr>
        <p:txBody>
          <a:bodyPr>
            <a:normAutofit fontScale="92500" lnSpcReduction="10000"/>
          </a:bodyPr>
          <a:lstStyle/>
          <a:p>
            <a:r>
              <a:rPr lang="en-US" dirty="0"/>
              <a:t>First, login to </a:t>
            </a:r>
            <a:r>
              <a:rPr lang="en-US" dirty="0" err="1"/>
              <a:t>Pavlovia</a:t>
            </a:r>
            <a:r>
              <a:rPr lang="en-US" dirty="0"/>
              <a:t> using the builder</a:t>
            </a:r>
          </a:p>
          <a:p>
            <a:endParaRPr lang="en-US" dirty="0"/>
          </a:p>
          <a:p>
            <a:r>
              <a:rPr lang="en-US" dirty="0"/>
              <a:t>Press the green ‘sync’ button, and create a project</a:t>
            </a:r>
          </a:p>
          <a:p>
            <a:endParaRPr lang="en-US" dirty="0"/>
          </a:p>
          <a:p>
            <a:r>
              <a:rPr lang="en-US" b="1" dirty="0"/>
              <a:t>NOTE: </a:t>
            </a:r>
            <a:r>
              <a:rPr lang="en-US" dirty="0"/>
              <a:t>will need to configure SSH key first as well</a:t>
            </a:r>
          </a:p>
          <a:p>
            <a:endParaRPr lang="en-US" b="1" dirty="0"/>
          </a:p>
          <a:p>
            <a:r>
              <a:rPr lang="en-US" b="1" dirty="0"/>
              <a:t>NOTE:</a:t>
            </a:r>
            <a:r>
              <a:rPr lang="en-US" dirty="0"/>
              <a:t> may need to have folder same name as project based on a bug I ran into</a:t>
            </a:r>
            <a:endParaRPr lang="en-US" b="1" dirty="0"/>
          </a:p>
        </p:txBody>
      </p:sp>
      <p:pic>
        <p:nvPicPr>
          <p:cNvPr id="4" name="Picture 3">
            <a:extLst>
              <a:ext uri="{FF2B5EF4-FFF2-40B4-BE49-F238E27FC236}">
                <a16:creationId xmlns:a16="http://schemas.microsoft.com/office/drawing/2014/main" id="{9CC698D1-EE38-2AF6-5C72-5EED6A8495D5}"/>
              </a:ext>
            </a:extLst>
          </p:cNvPr>
          <p:cNvPicPr>
            <a:picLocks noChangeAspect="1"/>
          </p:cNvPicPr>
          <p:nvPr/>
        </p:nvPicPr>
        <p:blipFill>
          <a:blip r:embed="rId2"/>
          <a:stretch>
            <a:fillRect/>
          </a:stretch>
        </p:blipFill>
        <p:spPr>
          <a:xfrm>
            <a:off x="8032829" y="1825625"/>
            <a:ext cx="3507451" cy="1423023"/>
          </a:xfrm>
          <a:prstGeom prst="rect">
            <a:avLst/>
          </a:prstGeom>
        </p:spPr>
      </p:pic>
      <p:pic>
        <p:nvPicPr>
          <p:cNvPr id="5" name="Picture 4">
            <a:extLst>
              <a:ext uri="{FF2B5EF4-FFF2-40B4-BE49-F238E27FC236}">
                <a16:creationId xmlns:a16="http://schemas.microsoft.com/office/drawing/2014/main" id="{C8BFEADA-701A-928C-11D5-5DAC5406E3BA}"/>
              </a:ext>
            </a:extLst>
          </p:cNvPr>
          <p:cNvPicPr>
            <a:picLocks noChangeAspect="1"/>
          </p:cNvPicPr>
          <p:nvPr/>
        </p:nvPicPr>
        <p:blipFill>
          <a:blip r:embed="rId3"/>
          <a:stretch>
            <a:fillRect/>
          </a:stretch>
        </p:blipFill>
        <p:spPr>
          <a:xfrm>
            <a:off x="8322196" y="3567947"/>
            <a:ext cx="2562345" cy="2016019"/>
          </a:xfrm>
          <a:prstGeom prst="rect">
            <a:avLst/>
          </a:prstGeom>
        </p:spPr>
      </p:pic>
    </p:spTree>
    <p:extLst>
      <p:ext uri="{BB962C8B-B14F-4D97-AF65-F5344CB8AC3E}">
        <p14:creationId xmlns:p14="http://schemas.microsoft.com/office/powerpoint/2010/main" val="7676449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0AD22-E8A5-5150-1453-4672AA7AD48A}"/>
              </a:ext>
            </a:extLst>
          </p:cNvPr>
          <p:cNvSpPr>
            <a:spLocks noGrp="1"/>
          </p:cNvSpPr>
          <p:nvPr>
            <p:ph type="title"/>
          </p:nvPr>
        </p:nvSpPr>
        <p:spPr/>
        <p:txBody>
          <a:bodyPr/>
          <a:lstStyle/>
          <a:p>
            <a:r>
              <a:rPr lang="en-US" dirty="0" err="1"/>
              <a:t>Pavlovia</a:t>
            </a:r>
            <a:r>
              <a:rPr lang="en-US" dirty="0"/>
              <a:t> Project Page</a:t>
            </a:r>
          </a:p>
        </p:txBody>
      </p:sp>
      <p:sp>
        <p:nvSpPr>
          <p:cNvPr id="3" name="Content Placeholder 2">
            <a:extLst>
              <a:ext uri="{FF2B5EF4-FFF2-40B4-BE49-F238E27FC236}">
                <a16:creationId xmlns:a16="http://schemas.microsoft.com/office/drawing/2014/main" id="{4A844BF2-A3DE-1338-40A2-C8E8975768C4}"/>
              </a:ext>
            </a:extLst>
          </p:cNvPr>
          <p:cNvSpPr>
            <a:spLocks noGrp="1"/>
          </p:cNvSpPr>
          <p:nvPr>
            <p:ph idx="1"/>
          </p:nvPr>
        </p:nvSpPr>
        <p:spPr>
          <a:xfrm>
            <a:off x="838200" y="1825625"/>
            <a:ext cx="5122762" cy="4351338"/>
          </a:xfrm>
        </p:spPr>
        <p:txBody>
          <a:bodyPr/>
          <a:lstStyle/>
          <a:p>
            <a:r>
              <a:rPr lang="en-US" dirty="0"/>
              <a:t>The project page contains different statuses for the experiment</a:t>
            </a:r>
          </a:p>
          <a:p>
            <a:endParaRPr lang="en-US" dirty="0"/>
          </a:p>
          <a:p>
            <a:r>
              <a:rPr lang="en-US" dirty="0"/>
              <a:t>Can pilot and test data collection</a:t>
            </a:r>
          </a:p>
          <a:p>
            <a:endParaRPr lang="en-US" dirty="0"/>
          </a:p>
          <a:p>
            <a:r>
              <a:rPr lang="en-US" dirty="0"/>
              <a:t>Need to pay for licenses to run a full experiment</a:t>
            </a:r>
          </a:p>
        </p:txBody>
      </p:sp>
      <p:pic>
        <p:nvPicPr>
          <p:cNvPr id="4" name="Picture 3">
            <a:extLst>
              <a:ext uri="{FF2B5EF4-FFF2-40B4-BE49-F238E27FC236}">
                <a16:creationId xmlns:a16="http://schemas.microsoft.com/office/drawing/2014/main" id="{4D19D595-506E-2B5B-87F7-D87834871272}"/>
              </a:ext>
            </a:extLst>
          </p:cNvPr>
          <p:cNvPicPr>
            <a:picLocks noChangeAspect="1"/>
          </p:cNvPicPr>
          <p:nvPr/>
        </p:nvPicPr>
        <p:blipFill>
          <a:blip r:embed="rId2"/>
          <a:stretch>
            <a:fillRect/>
          </a:stretch>
        </p:blipFill>
        <p:spPr>
          <a:xfrm>
            <a:off x="6375182" y="1887961"/>
            <a:ext cx="5343220" cy="2526456"/>
          </a:xfrm>
          <a:prstGeom prst="rect">
            <a:avLst/>
          </a:prstGeom>
        </p:spPr>
      </p:pic>
    </p:spTree>
    <p:extLst>
      <p:ext uri="{BB962C8B-B14F-4D97-AF65-F5344CB8AC3E}">
        <p14:creationId xmlns:p14="http://schemas.microsoft.com/office/powerpoint/2010/main" val="41951798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F8633-0AE3-C138-D839-F64EE0187B8C}"/>
              </a:ext>
            </a:extLst>
          </p:cNvPr>
          <p:cNvSpPr>
            <a:spLocks noGrp="1"/>
          </p:cNvSpPr>
          <p:nvPr>
            <p:ph type="title"/>
          </p:nvPr>
        </p:nvSpPr>
        <p:spPr/>
        <p:txBody>
          <a:bodyPr/>
          <a:lstStyle/>
          <a:p>
            <a:r>
              <a:rPr lang="en-US" dirty="0"/>
              <a:t>Online Experiment Settings</a:t>
            </a:r>
          </a:p>
        </p:txBody>
      </p:sp>
      <p:sp>
        <p:nvSpPr>
          <p:cNvPr id="3" name="Content Placeholder 2">
            <a:extLst>
              <a:ext uri="{FF2B5EF4-FFF2-40B4-BE49-F238E27FC236}">
                <a16:creationId xmlns:a16="http://schemas.microsoft.com/office/drawing/2014/main" id="{2A6D0E0F-4D6A-4751-F054-0FDF9D8B4B62}"/>
              </a:ext>
            </a:extLst>
          </p:cNvPr>
          <p:cNvSpPr>
            <a:spLocks noGrp="1"/>
          </p:cNvSpPr>
          <p:nvPr>
            <p:ph idx="1"/>
          </p:nvPr>
        </p:nvSpPr>
        <p:spPr>
          <a:xfrm>
            <a:off x="838200" y="1825625"/>
            <a:ext cx="5365830" cy="4351338"/>
          </a:xfrm>
        </p:spPr>
        <p:txBody>
          <a:bodyPr>
            <a:normAutofit fontScale="92500" lnSpcReduction="20000"/>
          </a:bodyPr>
          <a:lstStyle/>
          <a:p>
            <a:r>
              <a:rPr lang="en-US" dirty="0"/>
              <a:t>The online tab of the Experiment Settings has a few additional settings you may want to change</a:t>
            </a:r>
          </a:p>
          <a:p>
            <a:endParaRPr lang="en-US" dirty="0"/>
          </a:p>
          <a:p>
            <a:r>
              <a:rPr lang="en-US" dirty="0"/>
              <a:t>Will need to upload additional resources here (e.g., spreadsheets, images, sounds, </a:t>
            </a:r>
            <a:r>
              <a:rPr lang="en-US" dirty="0" err="1"/>
              <a:t>etc</a:t>
            </a:r>
            <a:r>
              <a:rPr lang="en-US" dirty="0"/>
              <a:t>)</a:t>
            </a:r>
          </a:p>
          <a:p>
            <a:endParaRPr lang="en-US" dirty="0"/>
          </a:p>
          <a:p>
            <a:r>
              <a:rPr lang="en-US" dirty="0"/>
              <a:t>Can use the completed URLs to send them to a website when complete (e.g., SONA)</a:t>
            </a:r>
          </a:p>
        </p:txBody>
      </p:sp>
      <p:pic>
        <p:nvPicPr>
          <p:cNvPr id="6" name="Picture 5">
            <a:extLst>
              <a:ext uri="{FF2B5EF4-FFF2-40B4-BE49-F238E27FC236}">
                <a16:creationId xmlns:a16="http://schemas.microsoft.com/office/drawing/2014/main" id="{B32F76D8-E561-FCB6-433D-F09FD9FAD14F}"/>
              </a:ext>
            </a:extLst>
          </p:cNvPr>
          <p:cNvPicPr>
            <a:picLocks noChangeAspect="1"/>
          </p:cNvPicPr>
          <p:nvPr/>
        </p:nvPicPr>
        <p:blipFill>
          <a:blip r:embed="rId2"/>
          <a:stretch>
            <a:fillRect/>
          </a:stretch>
        </p:blipFill>
        <p:spPr>
          <a:xfrm>
            <a:off x="6992474" y="1743763"/>
            <a:ext cx="4646233" cy="4515061"/>
          </a:xfrm>
          <a:prstGeom prst="rect">
            <a:avLst/>
          </a:prstGeom>
        </p:spPr>
      </p:pic>
    </p:spTree>
    <p:extLst>
      <p:ext uri="{BB962C8B-B14F-4D97-AF65-F5344CB8AC3E}">
        <p14:creationId xmlns:p14="http://schemas.microsoft.com/office/powerpoint/2010/main" val="13748243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91412-8F1C-4C9B-1A4B-C797F2004328}"/>
              </a:ext>
            </a:extLst>
          </p:cNvPr>
          <p:cNvSpPr>
            <a:spLocks noGrp="1"/>
          </p:cNvSpPr>
          <p:nvPr>
            <p:ph type="title"/>
          </p:nvPr>
        </p:nvSpPr>
        <p:spPr/>
        <p:txBody>
          <a:bodyPr/>
          <a:lstStyle/>
          <a:p>
            <a:r>
              <a:rPr lang="en-US" dirty="0"/>
              <a:t>Online Counterbalancing</a:t>
            </a:r>
          </a:p>
        </p:txBody>
      </p:sp>
      <p:sp>
        <p:nvSpPr>
          <p:cNvPr id="3" name="Content Placeholder 2">
            <a:extLst>
              <a:ext uri="{FF2B5EF4-FFF2-40B4-BE49-F238E27FC236}">
                <a16:creationId xmlns:a16="http://schemas.microsoft.com/office/drawing/2014/main" id="{6E260600-2199-2811-A8CD-F183492A080B}"/>
              </a:ext>
            </a:extLst>
          </p:cNvPr>
          <p:cNvSpPr>
            <a:spLocks noGrp="1"/>
          </p:cNvSpPr>
          <p:nvPr>
            <p:ph idx="1"/>
          </p:nvPr>
        </p:nvSpPr>
        <p:spPr/>
        <p:txBody>
          <a:bodyPr/>
          <a:lstStyle/>
          <a:p>
            <a:r>
              <a:rPr lang="en-US" dirty="0"/>
              <a:t>Online counterbalancing requires you to add a counterbalance variable to the </a:t>
            </a:r>
            <a:r>
              <a:rPr lang="en-US" b="1" dirty="0"/>
              <a:t>shelf</a:t>
            </a:r>
            <a:r>
              <a:rPr lang="en-US" dirty="0"/>
              <a:t> in your </a:t>
            </a:r>
            <a:r>
              <a:rPr lang="en-US" dirty="0" err="1"/>
              <a:t>Pavlovia</a:t>
            </a:r>
            <a:r>
              <a:rPr lang="en-US" dirty="0"/>
              <a:t> Dashboard</a:t>
            </a:r>
          </a:p>
          <a:p>
            <a:endParaRPr lang="en-US" dirty="0"/>
          </a:p>
          <a:p>
            <a:r>
              <a:rPr lang="en-US" dirty="0"/>
              <a:t>Can access this variable in the experiment through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counterbalance.group</a:t>
            </a:r>
            <a:endParaRPr lang="en-US" dirty="0">
              <a:latin typeface="Courier New" panose="02070309020205020404" pitchFamily="49" charset="0"/>
              <a:cs typeface="Courier New" panose="02070309020205020404" pitchFamily="49" charset="0"/>
            </a:endParaRPr>
          </a:p>
        </p:txBody>
      </p:sp>
      <p:pic>
        <p:nvPicPr>
          <p:cNvPr id="4" name="Picture 3">
            <a:extLst>
              <a:ext uri="{FF2B5EF4-FFF2-40B4-BE49-F238E27FC236}">
                <a16:creationId xmlns:a16="http://schemas.microsoft.com/office/drawing/2014/main" id="{8E107386-9BBC-E093-4AAB-F78E5247DB0C}"/>
              </a:ext>
            </a:extLst>
          </p:cNvPr>
          <p:cNvPicPr>
            <a:picLocks noChangeAspect="1"/>
          </p:cNvPicPr>
          <p:nvPr/>
        </p:nvPicPr>
        <p:blipFill>
          <a:blip r:embed="rId3"/>
          <a:stretch>
            <a:fillRect/>
          </a:stretch>
        </p:blipFill>
        <p:spPr>
          <a:xfrm>
            <a:off x="1121779" y="4714855"/>
            <a:ext cx="9778756" cy="1462108"/>
          </a:xfrm>
          <a:prstGeom prst="rect">
            <a:avLst/>
          </a:prstGeom>
        </p:spPr>
      </p:pic>
    </p:spTree>
    <p:extLst>
      <p:ext uri="{BB962C8B-B14F-4D97-AF65-F5344CB8AC3E}">
        <p14:creationId xmlns:p14="http://schemas.microsoft.com/office/powerpoint/2010/main" val="2960792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4152</TotalTime>
  <Words>1082</Words>
  <Application>Microsoft Macintosh PowerPoint</Application>
  <PresentationFormat>Widescreen</PresentationFormat>
  <Paragraphs>136</Paragraphs>
  <Slides>24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Courier New</vt:lpstr>
      <vt:lpstr>Office Theme</vt:lpstr>
      <vt:lpstr>6. Programming Online Experiments in PsychoPy</vt:lpstr>
      <vt:lpstr>Online Experiments</vt:lpstr>
      <vt:lpstr>Pavlovia</vt:lpstr>
      <vt:lpstr>PsychoPy Experiments in Builder</vt:lpstr>
      <vt:lpstr>Add a Routine</vt:lpstr>
      <vt:lpstr>Add a component</vt:lpstr>
      <vt:lpstr>Get a response</vt:lpstr>
      <vt:lpstr>Making a Posner Cueing Task (with images!)</vt:lpstr>
      <vt:lpstr>Image properties</vt:lpstr>
      <vt:lpstr>Experiment Settings</vt:lpstr>
      <vt:lpstr>Making a Posner Cueing Task (with images!)</vt:lpstr>
      <vt:lpstr>Modifying parameters and looping trials</vt:lpstr>
      <vt:lpstr>Modifying parameters and looping trials</vt:lpstr>
      <vt:lpstr>Modifying stimuli parameters</vt:lpstr>
      <vt:lpstr>Saving responses</vt:lpstr>
      <vt:lpstr>Adding custom code</vt:lpstr>
      <vt:lpstr>Adding custom code</vt:lpstr>
      <vt:lpstr>Blocked designs</vt:lpstr>
      <vt:lpstr>Counterbalancing</vt:lpstr>
      <vt:lpstr>Using Pavlovia</vt:lpstr>
      <vt:lpstr>Using Pavlovia</vt:lpstr>
      <vt:lpstr>Pavlovia Project Page</vt:lpstr>
      <vt:lpstr>Online Experiment Settings</vt:lpstr>
      <vt:lpstr>Online Counterbalancing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Stephen Emrich</dc:creator>
  <cp:lastModifiedBy>Stephen Emrich</cp:lastModifiedBy>
  <cp:revision>1</cp:revision>
  <dcterms:created xsi:type="dcterms:W3CDTF">2025-08-12T19:59:55Z</dcterms:created>
  <dcterms:modified xsi:type="dcterms:W3CDTF">2025-08-15T17:29:05Z</dcterms:modified>
</cp:coreProperties>
</file>